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DA12E2-31D8-4778-A505-B9B9B632169A}" v="1" dt="2026-07-28T03:01:08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8" d="100"/>
          <a:sy n="98" d="100"/>
        </p:scale>
        <p:origin x="82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shitha Kolluru" userId="b487743e4e7fe87f" providerId="LiveId" clId="{2778BB1E-F22E-4CE8-87E6-0550A838C788}"/>
    <pc:docChg chg="custSel modSld">
      <pc:chgData name="Bhashitha Kolluru" userId="b487743e4e7fe87f" providerId="LiveId" clId="{2778BB1E-F22E-4CE8-87E6-0550A838C788}" dt="2026-07-28T04:02:34.999" v="21" actId="20577"/>
      <pc:docMkLst>
        <pc:docMk/>
      </pc:docMkLst>
      <pc:sldChg chg="modSp mod">
        <pc:chgData name="Bhashitha Kolluru" userId="b487743e4e7fe87f" providerId="LiveId" clId="{2778BB1E-F22E-4CE8-87E6-0550A838C788}" dt="2026-07-28T02:57:02.860" v="5" actId="20577"/>
        <pc:sldMkLst>
          <pc:docMk/>
          <pc:sldMk cId="0" sldId="259"/>
        </pc:sldMkLst>
        <pc:spChg chg="mod">
          <ac:chgData name="Bhashitha Kolluru" userId="b487743e4e7fe87f" providerId="LiveId" clId="{2778BB1E-F22E-4CE8-87E6-0550A838C788}" dt="2026-07-28T02:57:02.860" v="5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Bhashitha Kolluru" userId="b487743e4e7fe87f" providerId="LiveId" clId="{2778BB1E-F22E-4CE8-87E6-0550A838C788}" dt="2026-07-28T02:56:58.361" v="3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Bhashitha Kolluru" userId="b487743e4e7fe87f" providerId="LiveId" clId="{2778BB1E-F22E-4CE8-87E6-0550A838C788}" dt="2026-07-28T02:56:52.559" v="1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Bhashitha Kolluru" userId="b487743e4e7fe87f" providerId="LiveId" clId="{2778BB1E-F22E-4CE8-87E6-0550A838C788}" dt="2026-07-28T03:01:23.553" v="13" actId="20577"/>
        <pc:sldMkLst>
          <pc:docMk/>
          <pc:sldMk cId="0" sldId="262"/>
        </pc:sldMkLst>
        <pc:graphicFrameChg chg="mod modGraphic">
          <ac:chgData name="Bhashitha Kolluru" userId="b487743e4e7fe87f" providerId="LiveId" clId="{2778BB1E-F22E-4CE8-87E6-0550A838C788}" dt="2026-07-28T03:01:23.553" v="13" actId="20577"/>
          <ac:graphicFrameMkLst>
            <pc:docMk/>
            <pc:sldMk cId="0" sldId="262"/>
            <ac:graphicFrameMk id="7" creationId="{B449FD8B-C6A5-D017-F9DA-73692904C0B5}"/>
          </ac:graphicFrameMkLst>
        </pc:graphicFrameChg>
      </pc:sldChg>
      <pc:sldChg chg="modSp mod">
        <pc:chgData name="Bhashitha Kolluru" userId="b487743e4e7fe87f" providerId="LiveId" clId="{2778BB1E-F22E-4CE8-87E6-0550A838C788}" dt="2026-07-28T03:50:11.715" v="15" actId="1076"/>
        <pc:sldMkLst>
          <pc:docMk/>
          <pc:sldMk cId="0" sldId="265"/>
        </pc:sldMkLst>
        <pc:spChg chg="mod">
          <ac:chgData name="Bhashitha Kolluru" userId="b487743e4e7fe87f" providerId="LiveId" clId="{2778BB1E-F22E-4CE8-87E6-0550A838C788}" dt="2026-07-28T03:50:11.715" v="15" actId="107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Bhashitha Kolluru" userId="b487743e4e7fe87f" providerId="LiveId" clId="{2778BB1E-F22E-4CE8-87E6-0550A838C788}" dt="2026-07-28T04:02:34.999" v="21" actId="20577"/>
        <pc:sldMkLst>
          <pc:docMk/>
          <pc:sldMk cId="3527561112" sldId="267"/>
        </pc:sldMkLst>
        <pc:spChg chg="mod">
          <ac:chgData name="Bhashitha Kolluru" userId="b487743e4e7fe87f" providerId="LiveId" clId="{2778BB1E-F22E-4CE8-87E6-0550A838C788}" dt="2026-07-28T04:02:34.999" v="21" actId="20577"/>
          <ac:spMkLst>
            <pc:docMk/>
            <pc:sldMk cId="3527561112" sldId="267"/>
            <ac:spMk id="2" creationId="{FE8D0943-49CA-F87E-0942-0675060E6E1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4.svg"/><Relationship Id="rId1" Type="http://schemas.openxmlformats.org/officeDocument/2006/relationships/image" Target="../media/image11.sv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4.svg"/><Relationship Id="rId1" Type="http://schemas.openxmlformats.org/officeDocument/2006/relationships/image" Target="../media/image11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2FD4AA-35E0-4B56-83C1-C8953CBA930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B719C7-6047-4794-B2C7-F7681B43FD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compiler converts a high-level program into machine code.</a:t>
          </a:r>
        </a:p>
      </dgm:t>
    </dgm:pt>
    <dgm:pt modelId="{044670E6-FD69-4C87-9E20-5D81F9750FE2}" type="parTrans" cxnId="{ABF58891-6A6D-4FE4-87AC-AD389FCA7AE8}">
      <dgm:prSet/>
      <dgm:spPr/>
      <dgm:t>
        <a:bodyPr/>
        <a:lstStyle/>
        <a:p>
          <a:endParaRPr lang="en-US"/>
        </a:p>
      </dgm:t>
    </dgm:pt>
    <dgm:pt modelId="{A80CB086-4E55-4502-A968-1640B1991E5B}" type="sibTrans" cxnId="{ABF58891-6A6D-4FE4-87AC-AD389FCA7AE8}">
      <dgm:prSet/>
      <dgm:spPr/>
      <dgm:t>
        <a:bodyPr/>
        <a:lstStyle/>
        <a:p>
          <a:endParaRPr lang="en-US"/>
        </a:p>
      </dgm:t>
    </dgm:pt>
    <dgm:pt modelId="{59A6A28F-F705-4D61-9A20-FC5C1ED56B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Lexical analysis is the first phase of a compiler.</a:t>
          </a:r>
        </a:p>
      </dgm:t>
    </dgm:pt>
    <dgm:pt modelId="{C76B2CED-94A9-4934-9208-FE94B6BFED60}" type="parTrans" cxnId="{0983DCB1-07E3-48F2-8960-B50ECAEE8072}">
      <dgm:prSet/>
      <dgm:spPr/>
      <dgm:t>
        <a:bodyPr/>
        <a:lstStyle/>
        <a:p>
          <a:endParaRPr lang="en-US"/>
        </a:p>
      </dgm:t>
    </dgm:pt>
    <dgm:pt modelId="{483DFDFF-5F86-4ADF-B419-DFB2E82EF6E5}" type="sibTrans" cxnId="{0983DCB1-07E3-48F2-8960-B50ECAEE8072}">
      <dgm:prSet/>
      <dgm:spPr/>
      <dgm:t>
        <a:bodyPr/>
        <a:lstStyle/>
        <a:p>
          <a:endParaRPr lang="en-US"/>
        </a:p>
      </dgm:t>
    </dgm:pt>
    <dgm:pt modelId="{C957909E-8B35-4771-BF54-7092AB34A8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Lexical Analyzer is also called a Lexer or Scanner.</a:t>
          </a:r>
        </a:p>
      </dgm:t>
    </dgm:pt>
    <dgm:pt modelId="{B8951D78-6372-47B7-944A-E0D2DA003BC0}" type="parTrans" cxnId="{28D93C6B-F0EC-4144-B1FE-836696FA592E}">
      <dgm:prSet/>
      <dgm:spPr/>
      <dgm:t>
        <a:bodyPr/>
        <a:lstStyle/>
        <a:p>
          <a:endParaRPr lang="en-US"/>
        </a:p>
      </dgm:t>
    </dgm:pt>
    <dgm:pt modelId="{FC760ECD-6B1C-4160-9836-5B547502845A}" type="sibTrans" cxnId="{28D93C6B-F0EC-4144-B1FE-836696FA592E}">
      <dgm:prSet/>
      <dgm:spPr/>
      <dgm:t>
        <a:bodyPr/>
        <a:lstStyle/>
        <a:p>
          <a:endParaRPr lang="en-US"/>
        </a:p>
      </dgm:t>
    </dgm:pt>
    <dgm:pt modelId="{84C978B5-F333-41E4-9079-6829716AEA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converts source code into meaningful tokens.</a:t>
          </a:r>
        </a:p>
      </dgm:t>
    </dgm:pt>
    <dgm:pt modelId="{E7FDB079-F18B-430F-B23D-7435283DBC83}" type="parTrans" cxnId="{B404582A-6D62-474F-8551-87B55B7E8059}">
      <dgm:prSet/>
      <dgm:spPr/>
      <dgm:t>
        <a:bodyPr/>
        <a:lstStyle/>
        <a:p>
          <a:endParaRPr lang="en-US"/>
        </a:p>
      </dgm:t>
    </dgm:pt>
    <dgm:pt modelId="{2007ED92-B9DD-40AF-9C0D-4A16D5993DBE}" type="sibTrans" cxnId="{B404582A-6D62-474F-8551-87B55B7E8059}">
      <dgm:prSet/>
      <dgm:spPr/>
      <dgm:t>
        <a:bodyPr/>
        <a:lstStyle/>
        <a:p>
          <a:endParaRPr lang="en-US"/>
        </a:p>
      </dgm:t>
    </dgm:pt>
    <dgm:pt modelId="{D5F277E3-022A-43AC-BCA4-D7F3C043BE8A}" type="pres">
      <dgm:prSet presAssocID="{982FD4AA-35E0-4B56-83C1-C8953CBA930C}" presName="root" presStyleCnt="0">
        <dgm:presLayoutVars>
          <dgm:dir/>
          <dgm:resizeHandles val="exact"/>
        </dgm:presLayoutVars>
      </dgm:prSet>
      <dgm:spPr/>
    </dgm:pt>
    <dgm:pt modelId="{604046A6-8E8E-4EEA-A6E0-3D46E558C0F1}" type="pres">
      <dgm:prSet presAssocID="{44B719C7-6047-4794-B2C7-F7681B43FD15}" presName="compNode" presStyleCnt="0"/>
      <dgm:spPr/>
    </dgm:pt>
    <dgm:pt modelId="{75E886A6-F6BF-4D7A-963D-1EC9259A8306}" type="pres">
      <dgm:prSet presAssocID="{44B719C7-6047-4794-B2C7-F7681B43FD15}" presName="bgRect" presStyleLbl="bgShp" presStyleIdx="0" presStyleCnt="4"/>
      <dgm:spPr/>
    </dgm:pt>
    <dgm:pt modelId="{03B95323-3B03-4F21-B667-83EA7608C34F}" type="pres">
      <dgm:prSet presAssocID="{44B719C7-6047-4794-B2C7-F7681B43FD1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F6ED07F-5CD0-4311-9CFC-D6A638F4F586}" type="pres">
      <dgm:prSet presAssocID="{44B719C7-6047-4794-B2C7-F7681B43FD15}" presName="spaceRect" presStyleCnt="0"/>
      <dgm:spPr/>
    </dgm:pt>
    <dgm:pt modelId="{2603A473-230D-4FD4-885D-2440FC5D878F}" type="pres">
      <dgm:prSet presAssocID="{44B719C7-6047-4794-B2C7-F7681B43FD15}" presName="parTx" presStyleLbl="revTx" presStyleIdx="0" presStyleCnt="4">
        <dgm:presLayoutVars>
          <dgm:chMax val="0"/>
          <dgm:chPref val="0"/>
        </dgm:presLayoutVars>
      </dgm:prSet>
      <dgm:spPr/>
    </dgm:pt>
    <dgm:pt modelId="{9E528170-6179-4ADE-9FF1-B2A289E8BC7C}" type="pres">
      <dgm:prSet presAssocID="{A80CB086-4E55-4502-A968-1640B1991E5B}" presName="sibTrans" presStyleCnt="0"/>
      <dgm:spPr/>
    </dgm:pt>
    <dgm:pt modelId="{C6AAD6CA-DD40-42F7-B438-637DFAD7E457}" type="pres">
      <dgm:prSet presAssocID="{59A6A28F-F705-4D61-9A20-FC5C1ED56BE1}" presName="compNode" presStyleCnt="0"/>
      <dgm:spPr/>
    </dgm:pt>
    <dgm:pt modelId="{159DD900-25F9-4726-9DBB-99B3B8B74707}" type="pres">
      <dgm:prSet presAssocID="{59A6A28F-F705-4D61-9A20-FC5C1ED56BE1}" presName="bgRect" presStyleLbl="bgShp" presStyleIdx="1" presStyleCnt="4"/>
      <dgm:spPr/>
    </dgm:pt>
    <dgm:pt modelId="{A8428405-305C-447C-A35E-04D1675ABA3F}" type="pres">
      <dgm:prSet presAssocID="{59A6A28F-F705-4D61-9A20-FC5C1ED56BE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E9E7FB3-CD76-4BBA-AC82-9456113070F1}" type="pres">
      <dgm:prSet presAssocID="{59A6A28F-F705-4D61-9A20-FC5C1ED56BE1}" presName="spaceRect" presStyleCnt="0"/>
      <dgm:spPr/>
    </dgm:pt>
    <dgm:pt modelId="{95F70E89-FA7F-4686-855C-A644E0666E6C}" type="pres">
      <dgm:prSet presAssocID="{59A6A28F-F705-4D61-9A20-FC5C1ED56BE1}" presName="parTx" presStyleLbl="revTx" presStyleIdx="1" presStyleCnt="4">
        <dgm:presLayoutVars>
          <dgm:chMax val="0"/>
          <dgm:chPref val="0"/>
        </dgm:presLayoutVars>
      </dgm:prSet>
      <dgm:spPr/>
    </dgm:pt>
    <dgm:pt modelId="{69F8E83D-01B6-42D2-94A0-F0DECCB92EE1}" type="pres">
      <dgm:prSet presAssocID="{483DFDFF-5F86-4ADF-B419-DFB2E82EF6E5}" presName="sibTrans" presStyleCnt="0"/>
      <dgm:spPr/>
    </dgm:pt>
    <dgm:pt modelId="{2C1E2687-396B-4593-8000-812E253F0997}" type="pres">
      <dgm:prSet presAssocID="{C957909E-8B35-4771-BF54-7092AB34A819}" presName="compNode" presStyleCnt="0"/>
      <dgm:spPr/>
    </dgm:pt>
    <dgm:pt modelId="{C2B8DD13-5009-459E-8B66-E1E53BD83A83}" type="pres">
      <dgm:prSet presAssocID="{C957909E-8B35-4771-BF54-7092AB34A819}" presName="bgRect" presStyleLbl="bgShp" presStyleIdx="2" presStyleCnt="4"/>
      <dgm:spPr/>
    </dgm:pt>
    <dgm:pt modelId="{F5143A9C-6DB9-4107-95EF-02736D2B9068}" type="pres">
      <dgm:prSet presAssocID="{C957909E-8B35-4771-BF54-7092AB34A81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33827ADA-A245-4CC9-A5CA-896BAE9A5481}" type="pres">
      <dgm:prSet presAssocID="{C957909E-8B35-4771-BF54-7092AB34A819}" presName="spaceRect" presStyleCnt="0"/>
      <dgm:spPr/>
    </dgm:pt>
    <dgm:pt modelId="{CBF8E118-9A54-4BF2-AD9D-58F29D4DDE46}" type="pres">
      <dgm:prSet presAssocID="{C957909E-8B35-4771-BF54-7092AB34A819}" presName="parTx" presStyleLbl="revTx" presStyleIdx="2" presStyleCnt="4">
        <dgm:presLayoutVars>
          <dgm:chMax val="0"/>
          <dgm:chPref val="0"/>
        </dgm:presLayoutVars>
      </dgm:prSet>
      <dgm:spPr/>
    </dgm:pt>
    <dgm:pt modelId="{CA378565-FB85-4CDB-ADED-7D65D5FB5622}" type="pres">
      <dgm:prSet presAssocID="{FC760ECD-6B1C-4160-9836-5B547502845A}" presName="sibTrans" presStyleCnt="0"/>
      <dgm:spPr/>
    </dgm:pt>
    <dgm:pt modelId="{980AF871-95A6-4D26-92D6-53B5F47A5C51}" type="pres">
      <dgm:prSet presAssocID="{84C978B5-F333-41E4-9079-6829716AEA99}" presName="compNode" presStyleCnt="0"/>
      <dgm:spPr/>
    </dgm:pt>
    <dgm:pt modelId="{3BE5542A-F3F6-42C1-9FDE-7B1BB9F7E1DD}" type="pres">
      <dgm:prSet presAssocID="{84C978B5-F333-41E4-9079-6829716AEA99}" presName="bgRect" presStyleLbl="bgShp" presStyleIdx="3" presStyleCnt="4"/>
      <dgm:spPr/>
    </dgm:pt>
    <dgm:pt modelId="{C15F9143-E433-40A7-9C20-E862120D0F03}" type="pres">
      <dgm:prSet presAssocID="{84C978B5-F333-41E4-9079-6829716AEA9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C5418A8C-4476-4BD7-BB96-0991B2FADE44}" type="pres">
      <dgm:prSet presAssocID="{84C978B5-F333-41E4-9079-6829716AEA99}" presName="spaceRect" presStyleCnt="0"/>
      <dgm:spPr/>
    </dgm:pt>
    <dgm:pt modelId="{6EBA095A-BD04-4D44-8FB8-C410CC12CCAD}" type="pres">
      <dgm:prSet presAssocID="{84C978B5-F333-41E4-9079-6829716AEA9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33DC501-3526-493A-98E7-BED3E31B57DA}" type="presOf" srcId="{84C978B5-F333-41E4-9079-6829716AEA99}" destId="{6EBA095A-BD04-4D44-8FB8-C410CC12CCAD}" srcOrd="0" destOrd="0" presId="urn:microsoft.com/office/officeart/2018/2/layout/IconVerticalSolidList"/>
    <dgm:cxn modelId="{B404582A-6D62-474F-8551-87B55B7E8059}" srcId="{982FD4AA-35E0-4B56-83C1-C8953CBA930C}" destId="{84C978B5-F333-41E4-9079-6829716AEA99}" srcOrd="3" destOrd="0" parTransId="{E7FDB079-F18B-430F-B23D-7435283DBC83}" sibTransId="{2007ED92-B9DD-40AF-9C0D-4A16D5993DBE}"/>
    <dgm:cxn modelId="{71052D61-7F86-40BE-AEE2-A9B4584ABE8F}" type="presOf" srcId="{C957909E-8B35-4771-BF54-7092AB34A819}" destId="{CBF8E118-9A54-4BF2-AD9D-58F29D4DDE46}" srcOrd="0" destOrd="0" presId="urn:microsoft.com/office/officeart/2018/2/layout/IconVerticalSolidList"/>
    <dgm:cxn modelId="{28D93C6B-F0EC-4144-B1FE-836696FA592E}" srcId="{982FD4AA-35E0-4B56-83C1-C8953CBA930C}" destId="{C957909E-8B35-4771-BF54-7092AB34A819}" srcOrd="2" destOrd="0" parTransId="{B8951D78-6372-47B7-944A-E0D2DA003BC0}" sibTransId="{FC760ECD-6B1C-4160-9836-5B547502845A}"/>
    <dgm:cxn modelId="{ABF58891-6A6D-4FE4-87AC-AD389FCA7AE8}" srcId="{982FD4AA-35E0-4B56-83C1-C8953CBA930C}" destId="{44B719C7-6047-4794-B2C7-F7681B43FD15}" srcOrd="0" destOrd="0" parTransId="{044670E6-FD69-4C87-9E20-5D81F9750FE2}" sibTransId="{A80CB086-4E55-4502-A968-1640B1991E5B}"/>
    <dgm:cxn modelId="{BBB6BF9A-765A-4FBC-932A-3162D5071FA5}" type="presOf" srcId="{59A6A28F-F705-4D61-9A20-FC5C1ED56BE1}" destId="{95F70E89-FA7F-4686-855C-A644E0666E6C}" srcOrd="0" destOrd="0" presId="urn:microsoft.com/office/officeart/2018/2/layout/IconVerticalSolidList"/>
    <dgm:cxn modelId="{0983DCB1-07E3-48F2-8960-B50ECAEE8072}" srcId="{982FD4AA-35E0-4B56-83C1-C8953CBA930C}" destId="{59A6A28F-F705-4D61-9A20-FC5C1ED56BE1}" srcOrd="1" destOrd="0" parTransId="{C76B2CED-94A9-4934-9208-FE94B6BFED60}" sibTransId="{483DFDFF-5F86-4ADF-B419-DFB2E82EF6E5}"/>
    <dgm:cxn modelId="{81B113C0-8A74-4A5F-8DFD-D319BB6DB4ED}" type="presOf" srcId="{982FD4AA-35E0-4B56-83C1-C8953CBA930C}" destId="{D5F277E3-022A-43AC-BCA4-D7F3C043BE8A}" srcOrd="0" destOrd="0" presId="urn:microsoft.com/office/officeart/2018/2/layout/IconVerticalSolidList"/>
    <dgm:cxn modelId="{F2782AC9-644E-488E-83A8-41D7071F7873}" type="presOf" srcId="{44B719C7-6047-4794-B2C7-F7681B43FD15}" destId="{2603A473-230D-4FD4-885D-2440FC5D878F}" srcOrd="0" destOrd="0" presId="urn:microsoft.com/office/officeart/2018/2/layout/IconVerticalSolidList"/>
    <dgm:cxn modelId="{F1C9D221-1CDE-4FF7-A026-E14B3F25C3EA}" type="presParOf" srcId="{D5F277E3-022A-43AC-BCA4-D7F3C043BE8A}" destId="{604046A6-8E8E-4EEA-A6E0-3D46E558C0F1}" srcOrd="0" destOrd="0" presId="urn:microsoft.com/office/officeart/2018/2/layout/IconVerticalSolidList"/>
    <dgm:cxn modelId="{A8E43FA0-3A85-4366-A7E0-6C42DA1A46FC}" type="presParOf" srcId="{604046A6-8E8E-4EEA-A6E0-3D46E558C0F1}" destId="{75E886A6-F6BF-4D7A-963D-1EC9259A8306}" srcOrd="0" destOrd="0" presId="urn:microsoft.com/office/officeart/2018/2/layout/IconVerticalSolidList"/>
    <dgm:cxn modelId="{0260CA3F-F127-418D-8726-62CC1ECC355F}" type="presParOf" srcId="{604046A6-8E8E-4EEA-A6E0-3D46E558C0F1}" destId="{03B95323-3B03-4F21-B667-83EA7608C34F}" srcOrd="1" destOrd="0" presId="urn:microsoft.com/office/officeart/2018/2/layout/IconVerticalSolidList"/>
    <dgm:cxn modelId="{05884638-8F13-42EC-8725-D3F973BB1294}" type="presParOf" srcId="{604046A6-8E8E-4EEA-A6E0-3D46E558C0F1}" destId="{9F6ED07F-5CD0-4311-9CFC-D6A638F4F586}" srcOrd="2" destOrd="0" presId="urn:microsoft.com/office/officeart/2018/2/layout/IconVerticalSolidList"/>
    <dgm:cxn modelId="{438EDD7E-5F86-462B-AB57-1E05FD02532D}" type="presParOf" srcId="{604046A6-8E8E-4EEA-A6E0-3D46E558C0F1}" destId="{2603A473-230D-4FD4-885D-2440FC5D878F}" srcOrd="3" destOrd="0" presId="urn:microsoft.com/office/officeart/2018/2/layout/IconVerticalSolidList"/>
    <dgm:cxn modelId="{33164031-1573-406E-B3EF-DE4B80BDF098}" type="presParOf" srcId="{D5F277E3-022A-43AC-BCA4-D7F3C043BE8A}" destId="{9E528170-6179-4ADE-9FF1-B2A289E8BC7C}" srcOrd="1" destOrd="0" presId="urn:microsoft.com/office/officeart/2018/2/layout/IconVerticalSolidList"/>
    <dgm:cxn modelId="{C4C9C8D6-ED18-4843-A818-F24CB432FC31}" type="presParOf" srcId="{D5F277E3-022A-43AC-BCA4-D7F3C043BE8A}" destId="{C6AAD6CA-DD40-42F7-B438-637DFAD7E457}" srcOrd="2" destOrd="0" presId="urn:microsoft.com/office/officeart/2018/2/layout/IconVerticalSolidList"/>
    <dgm:cxn modelId="{4BAD4429-E761-4F47-84C5-5C18CA13319D}" type="presParOf" srcId="{C6AAD6CA-DD40-42F7-B438-637DFAD7E457}" destId="{159DD900-25F9-4726-9DBB-99B3B8B74707}" srcOrd="0" destOrd="0" presId="urn:microsoft.com/office/officeart/2018/2/layout/IconVerticalSolidList"/>
    <dgm:cxn modelId="{29DEE89C-2DC4-47BB-885E-41E6F47F7CA6}" type="presParOf" srcId="{C6AAD6CA-DD40-42F7-B438-637DFAD7E457}" destId="{A8428405-305C-447C-A35E-04D1675ABA3F}" srcOrd="1" destOrd="0" presId="urn:microsoft.com/office/officeart/2018/2/layout/IconVerticalSolidList"/>
    <dgm:cxn modelId="{CA149BB8-6BEF-41F2-B600-88444D6ACC3B}" type="presParOf" srcId="{C6AAD6CA-DD40-42F7-B438-637DFAD7E457}" destId="{5E9E7FB3-CD76-4BBA-AC82-9456113070F1}" srcOrd="2" destOrd="0" presId="urn:microsoft.com/office/officeart/2018/2/layout/IconVerticalSolidList"/>
    <dgm:cxn modelId="{FB7ADC80-1646-41F2-94B2-5F95A8A30F74}" type="presParOf" srcId="{C6AAD6CA-DD40-42F7-B438-637DFAD7E457}" destId="{95F70E89-FA7F-4686-855C-A644E0666E6C}" srcOrd="3" destOrd="0" presId="urn:microsoft.com/office/officeart/2018/2/layout/IconVerticalSolidList"/>
    <dgm:cxn modelId="{7D53DD70-F3AF-4131-9221-222C18DC0B94}" type="presParOf" srcId="{D5F277E3-022A-43AC-BCA4-D7F3C043BE8A}" destId="{69F8E83D-01B6-42D2-94A0-F0DECCB92EE1}" srcOrd="3" destOrd="0" presId="urn:microsoft.com/office/officeart/2018/2/layout/IconVerticalSolidList"/>
    <dgm:cxn modelId="{21F2ECFC-277B-4419-BF94-4FC2464CE798}" type="presParOf" srcId="{D5F277E3-022A-43AC-BCA4-D7F3C043BE8A}" destId="{2C1E2687-396B-4593-8000-812E253F0997}" srcOrd="4" destOrd="0" presId="urn:microsoft.com/office/officeart/2018/2/layout/IconVerticalSolidList"/>
    <dgm:cxn modelId="{10D8179C-1046-4BC7-9424-B738CA10A604}" type="presParOf" srcId="{2C1E2687-396B-4593-8000-812E253F0997}" destId="{C2B8DD13-5009-459E-8B66-E1E53BD83A83}" srcOrd="0" destOrd="0" presId="urn:microsoft.com/office/officeart/2018/2/layout/IconVerticalSolidList"/>
    <dgm:cxn modelId="{7550EE66-7A2B-469C-9A66-D1CD2FF9CD20}" type="presParOf" srcId="{2C1E2687-396B-4593-8000-812E253F0997}" destId="{F5143A9C-6DB9-4107-95EF-02736D2B9068}" srcOrd="1" destOrd="0" presId="urn:microsoft.com/office/officeart/2018/2/layout/IconVerticalSolidList"/>
    <dgm:cxn modelId="{6E2E7564-9BE3-42DE-B619-238527FEBFA8}" type="presParOf" srcId="{2C1E2687-396B-4593-8000-812E253F0997}" destId="{33827ADA-A245-4CC9-A5CA-896BAE9A5481}" srcOrd="2" destOrd="0" presId="urn:microsoft.com/office/officeart/2018/2/layout/IconVerticalSolidList"/>
    <dgm:cxn modelId="{0E5DE189-E907-48AF-9C6A-99E853E32FEC}" type="presParOf" srcId="{2C1E2687-396B-4593-8000-812E253F0997}" destId="{CBF8E118-9A54-4BF2-AD9D-58F29D4DDE46}" srcOrd="3" destOrd="0" presId="urn:microsoft.com/office/officeart/2018/2/layout/IconVerticalSolidList"/>
    <dgm:cxn modelId="{53BC9DA0-5983-414D-A307-9A1CF5B605DF}" type="presParOf" srcId="{D5F277E3-022A-43AC-BCA4-D7F3C043BE8A}" destId="{CA378565-FB85-4CDB-ADED-7D65D5FB5622}" srcOrd="5" destOrd="0" presId="urn:microsoft.com/office/officeart/2018/2/layout/IconVerticalSolidList"/>
    <dgm:cxn modelId="{BEC2AEEA-15E2-4CA6-9ECC-980EE07EF74F}" type="presParOf" srcId="{D5F277E3-022A-43AC-BCA4-D7F3C043BE8A}" destId="{980AF871-95A6-4D26-92D6-53B5F47A5C51}" srcOrd="6" destOrd="0" presId="urn:microsoft.com/office/officeart/2018/2/layout/IconVerticalSolidList"/>
    <dgm:cxn modelId="{FDF3BEB7-530A-45E3-8E3C-B9E180687CAA}" type="presParOf" srcId="{980AF871-95A6-4D26-92D6-53B5F47A5C51}" destId="{3BE5542A-F3F6-42C1-9FDE-7B1BB9F7E1DD}" srcOrd="0" destOrd="0" presId="urn:microsoft.com/office/officeart/2018/2/layout/IconVerticalSolidList"/>
    <dgm:cxn modelId="{887DBBCF-9617-4C11-B177-D278C8C8EF24}" type="presParOf" srcId="{980AF871-95A6-4D26-92D6-53B5F47A5C51}" destId="{C15F9143-E433-40A7-9C20-E862120D0F03}" srcOrd="1" destOrd="0" presId="urn:microsoft.com/office/officeart/2018/2/layout/IconVerticalSolidList"/>
    <dgm:cxn modelId="{4BD3EF2D-A469-41F6-A90F-35BBC5B63C05}" type="presParOf" srcId="{980AF871-95A6-4D26-92D6-53B5F47A5C51}" destId="{C5418A8C-4476-4BD7-BB96-0991B2FADE44}" srcOrd="2" destOrd="0" presId="urn:microsoft.com/office/officeart/2018/2/layout/IconVerticalSolidList"/>
    <dgm:cxn modelId="{BC5FA4DA-441A-48EF-A731-8243CFEB187A}" type="presParOf" srcId="{980AF871-95A6-4D26-92D6-53B5F47A5C51}" destId="{6EBA095A-BD04-4D44-8FB8-C410CC12CC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2CD52C-49DD-4631-8BC3-407C61CEACE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8AF086-10F6-48BE-AE41-C1852D731D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Reads the source program character by character.</a:t>
          </a:r>
        </a:p>
      </dgm:t>
    </dgm:pt>
    <dgm:pt modelId="{3D1E7708-6B03-42C1-AE17-764C90DF83A3}" type="parTrans" cxnId="{EC2CF66D-4697-4EE6-994A-F5992DEF3E82}">
      <dgm:prSet/>
      <dgm:spPr/>
      <dgm:t>
        <a:bodyPr/>
        <a:lstStyle/>
        <a:p>
          <a:endParaRPr lang="en-US"/>
        </a:p>
      </dgm:t>
    </dgm:pt>
    <dgm:pt modelId="{A9C0F2AC-0C28-46F1-9B3F-C3F52682139B}" type="sibTrans" cxnId="{EC2CF66D-4697-4EE6-994A-F5992DEF3E8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6481AA3-3ECB-4237-AB6C-E26A09560E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Groups characters into meaningful units called lexemes.</a:t>
          </a:r>
        </a:p>
      </dgm:t>
    </dgm:pt>
    <dgm:pt modelId="{A453B35F-48BC-45D9-8D61-9D56EC036614}" type="parTrans" cxnId="{367AE5D3-664A-4A47-9D46-7DF13EDB45F8}">
      <dgm:prSet/>
      <dgm:spPr/>
      <dgm:t>
        <a:bodyPr/>
        <a:lstStyle/>
        <a:p>
          <a:endParaRPr lang="en-US"/>
        </a:p>
      </dgm:t>
    </dgm:pt>
    <dgm:pt modelId="{D81CC075-D2EF-417D-9AA1-D76D38DD27CF}" type="sibTrans" cxnId="{367AE5D3-664A-4A47-9D46-7DF13EDB45F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5AB85E0-30ED-434F-B0C6-19A5F49F97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Converts lexemes into tokens.</a:t>
          </a:r>
        </a:p>
      </dgm:t>
    </dgm:pt>
    <dgm:pt modelId="{67C85930-66D8-4442-9632-17FE1B9DEC1B}" type="parTrans" cxnId="{5CB4D632-FFF8-413A-A150-5486ED345F8B}">
      <dgm:prSet/>
      <dgm:spPr/>
      <dgm:t>
        <a:bodyPr/>
        <a:lstStyle/>
        <a:p>
          <a:endParaRPr lang="en-US"/>
        </a:p>
      </dgm:t>
    </dgm:pt>
    <dgm:pt modelId="{6C6D8DAE-3348-42D6-9278-D85D48613C50}" type="sibTrans" cxnId="{5CB4D632-FFF8-413A-A150-5486ED345F8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416AC5A-C6C6-4C6E-8D99-9CA3AA5D48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Passes the tokens to the Syntax Analyzer.</a:t>
          </a:r>
        </a:p>
      </dgm:t>
    </dgm:pt>
    <dgm:pt modelId="{DDBB6F8D-B0A5-4019-9A8D-0210E0317242}" type="parTrans" cxnId="{FBD1189E-A2C9-484B-8428-034D9E015510}">
      <dgm:prSet/>
      <dgm:spPr/>
      <dgm:t>
        <a:bodyPr/>
        <a:lstStyle/>
        <a:p>
          <a:endParaRPr lang="en-US"/>
        </a:p>
      </dgm:t>
    </dgm:pt>
    <dgm:pt modelId="{0F45D1D2-DDF3-4346-BB08-EA1CB77C8FB5}" type="sibTrans" cxnId="{FBD1189E-A2C9-484B-8428-034D9E015510}">
      <dgm:prSet/>
      <dgm:spPr/>
      <dgm:t>
        <a:bodyPr/>
        <a:lstStyle/>
        <a:p>
          <a:endParaRPr lang="en-US"/>
        </a:p>
      </dgm:t>
    </dgm:pt>
    <dgm:pt modelId="{CDA014B9-C397-4427-A30B-7094C5E6C9B0}" type="pres">
      <dgm:prSet presAssocID="{EA2CD52C-49DD-4631-8BC3-407C61CEACE7}" presName="root" presStyleCnt="0">
        <dgm:presLayoutVars>
          <dgm:dir/>
          <dgm:resizeHandles val="exact"/>
        </dgm:presLayoutVars>
      </dgm:prSet>
      <dgm:spPr/>
    </dgm:pt>
    <dgm:pt modelId="{4322A578-F64F-4801-AAC7-CDA8211A9DF2}" type="pres">
      <dgm:prSet presAssocID="{EA2CD52C-49DD-4631-8BC3-407C61CEACE7}" presName="container" presStyleCnt="0">
        <dgm:presLayoutVars>
          <dgm:dir/>
          <dgm:resizeHandles val="exact"/>
        </dgm:presLayoutVars>
      </dgm:prSet>
      <dgm:spPr/>
    </dgm:pt>
    <dgm:pt modelId="{027364AD-089B-4551-9031-7CA1CBED499D}" type="pres">
      <dgm:prSet presAssocID="{508AF086-10F6-48BE-AE41-C1852D731D48}" presName="compNode" presStyleCnt="0"/>
      <dgm:spPr/>
    </dgm:pt>
    <dgm:pt modelId="{6FC98AB1-0668-4F0F-9880-FE9966C1B1D6}" type="pres">
      <dgm:prSet presAssocID="{508AF086-10F6-48BE-AE41-C1852D731D48}" presName="iconBgRect" presStyleLbl="bgShp" presStyleIdx="0" presStyleCnt="4"/>
      <dgm:spPr/>
    </dgm:pt>
    <dgm:pt modelId="{C7C065D3-DEC5-4E0B-851B-76CEC6F193AD}" type="pres">
      <dgm:prSet presAssocID="{508AF086-10F6-48BE-AE41-C1852D731D4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4E5F0FAC-3DAF-46A2-95E6-C471E4B53E4E}" type="pres">
      <dgm:prSet presAssocID="{508AF086-10F6-48BE-AE41-C1852D731D48}" presName="spaceRect" presStyleCnt="0"/>
      <dgm:spPr/>
    </dgm:pt>
    <dgm:pt modelId="{A7B5108B-B97E-4FA5-9FC8-59CB81E40399}" type="pres">
      <dgm:prSet presAssocID="{508AF086-10F6-48BE-AE41-C1852D731D48}" presName="textRect" presStyleLbl="revTx" presStyleIdx="0" presStyleCnt="4">
        <dgm:presLayoutVars>
          <dgm:chMax val="1"/>
          <dgm:chPref val="1"/>
        </dgm:presLayoutVars>
      </dgm:prSet>
      <dgm:spPr/>
    </dgm:pt>
    <dgm:pt modelId="{3DF342AC-CA60-4089-945F-C47EDCE644CD}" type="pres">
      <dgm:prSet presAssocID="{A9C0F2AC-0C28-46F1-9B3F-C3F52682139B}" presName="sibTrans" presStyleLbl="sibTrans2D1" presStyleIdx="0" presStyleCnt="0"/>
      <dgm:spPr/>
    </dgm:pt>
    <dgm:pt modelId="{B6225E94-109D-41AA-9F83-01017F2DBC94}" type="pres">
      <dgm:prSet presAssocID="{A6481AA3-3ECB-4237-AB6C-E26A09560EC2}" presName="compNode" presStyleCnt="0"/>
      <dgm:spPr/>
    </dgm:pt>
    <dgm:pt modelId="{EF66414A-39BE-4F6D-9A44-8615FCFBA121}" type="pres">
      <dgm:prSet presAssocID="{A6481AA3-3ECB-4237-AB6C-E26A09560EC2}" presName="iconBgRect" presStyleLbl="bgShp" presStyleIdx="1" presStyleCnt="4"/>
      <dgm:spPr/>
    </dgm:pt>
    <dgm:pt modelId="{8BBD5412-81D1-4D6D-AC0A-CEE221DA0843}" type="pres">
      <dgm:prSet presAssocID="{A6481AA3-3ECB-4237-AB6C-E26A09560EC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34CEF89-C631-4369-A7EF-2508A780D3FA}" type="pres">
      <dgm:prSet presAssocID="{A6481AA3-3ECB-4237-AB6C-E26A09560EC2}" presName="spaceRect" presStyleCnt="0"/>
      <dgm:spPr/>
    </dgm:pt>
    <dgm:pt modelId="{E6952882-B48F-4BCE-8AF6-8ABBC980A9A3}" type="pres">
      <dgm:prSet presAssocID="{A6481AA3-3ECB-4237-AB6C-E26A09560EC2}" presName="textRect" presStyleLbl="revTx" presStyleIdx="1" presStyleCnt="4">
        <dgm:presLayoutVars>
          <dgm:chMax val="1"/>
          <dgm:chPref val="1"/>
        </dgm:presLayoutVars>
      </dgm:prSet>
      <dgm:spPr/>
    </dgm:pt>
    <dgm:pt modelId="{A6CE627A-D9D6-4B33-BCA1-7A3528B65F0C}" type="pres">
      <dgm:prSet presAssocID="{D81CC075-D2EF-417D-9AA1-D76D38DD27CF}" presName="sibTrans" presStyleLbl="sibTrans2D1" presStyleIdx="0" presStyleCnt="0"/>
      <dgm:spPr/>
    </dgm:pt>
    <dgm:pt modelId="{7B259D7C-BCD3-4199-89A1-BAE26CA267C5}" type="pres">
      <dgm:prSet presAssocID="{25AB85E0-30ED-434F-B0C6-19A5F49F97A5}" presName="compNode" presStyleCnt="0"/>
      <dgm:spPr/>
    </dgm:pt>
    <dgm:pt modelId="{6DF83246-BF59-4807-800D-019203C5D20D}" type="pres">
      <dgm:prSet presAssocID="{25AB85E0-30ED-434F-B0C6-19A5F49F97A5}" presName="iconBgRect" presStyleLbl="bgShp" presStyleIdx="2" presStyleCnt="4"/>
      <dgm:spPr/>
    </dgm:pt>
    <dgm:pt modelId="{AD79AB93-F9BD-4CA5-AF7B-D75A9C09B371}" type="pres">
      <dgm:prSet presAssocID="{25AB85E0-30ED-434F-B0C6-19A5F49F97A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84A03CD5-118A-4954-AFE6-EC5A2E969519}" type="pres">
      <dgm:prSet presAssocID="{25AB85E0-30ED-434F-B0C6-19A5F49F97A5}" presName="spaceRect" presStyleCnt="0"/>
      <dgm:spPr/>
    </dgm:pt>
    <dgm:pt modelId="{1986F4F2-0D3B-47BA-B05C-F943855C2E23}" type="pres">
      <dgm:prSet presAssocID="{25AB85E0-30ED-434F-B0C6-19A5F49F97A5}" presName="textRect" presStyleLbl="revTx" presStyleIdx="2" presStyleCnt="4">
        <dgm:presLayoutVars>
          <dgm:chMax val="1"/>
          <dgm:chPref val="1"/>
        </dgm:presLayoutVars>
      </dgm:prSet>
      <dgm:spPr/>
    </dgm:pt>
    <dgm:pt modelId="{B4E4311E-E917-4583-A9A7-CD27206E86AE}" type="pres">
      <dgm:prSet presAssocID="{6C6D8DAE-3348-42D6-9278-D85D48613C50}" presName="sibTrans" presStyleLbl="sibTrans2D1" presStyleIdx="0" presStyleCnt="0"/>
      <dgm:spPr/>
    </dgm:pt>
    <dgm:pt modelId="{3F5D734F-FFAB-4DD5-A6F7-A4011B096840}" type="pres">
      <dgm:prSet presAssocID="{5416AC5A-C6C6-4C6E-8D99-9CA3AA5D48FD}" presName="compNode" presStyleCnt="0"/>
      <dgm:spPr/>
    </dgm:pt>
    <dgm:pt modelId="{B81AAC75-146E-48FA-9365-7E952CCD25FF}" type="pres">
      <dgm:prSet presAssocID="{5416AC5A-C6C6-4C6E-8D99-9CA3AA5D48FD}" presName="iconBgRect" presStyleLbl="bgShp" presStyleIdx="3" presStyleCnt="4"/>
      <dgm:spPr/>
    </dgm:pt>
    <dgm:pt modelId="{FD60BF06-C077-4CC1-AF69-171AB741FB5E}" type="pres">
      <dgm:prSet presAssocID="{5416AC5A-C6C6-4C6E-8D99-9CA3AA5D48F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856D0FB-1283-4363-8A31-2409C6E0C231}" type="pres">
      <dgm:prSet presAssocID="{5416AC5A-C6C6-4C6E-8D99-9CA3AA5D48FD}" presName="spaceRect" presStyleCnt="0"/>
      <dgm:spPr/>
    </dgm:pt>
    <dgm:pt modelId="{4B76B6A4-22F7-4107-810E-5AC76A659B10}" type="pres">
      <dgm:prSet presAssocID="{5416AC5A-C6C6-4C6E-8D99-9CA3AA5D48F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5585422-C30F-4A5B-9AB1-DE6FE2D5DE5D}" type="presOf" srcId="{5416AC5A-C6C6-4C6E-8D99-9CA3AA5D48FD}" destId="{4B76B6A4-22F7-4107-810E-5AC76A659B10}" srcOrd="0" destOrd="0" presId="urn:microsoft.com/office/officeart/2018/2/layout/IconCircleList"/>
    <dgm:cxn modelId="{5CB4D632-FFF8-413A-A150-5486ED345F8B}" srcId="{EA2CD52C-49DD-4631-8BC3-407C61CEACE7}" destId="{25AB85E0-30ED-434F-B0C6-19A5F49F97A5}" srcOrd="2" destOrd="0" parTransId="{67C85930-66D8-4442-9632-17FE1B9DEC1B}" sibTransId="{6C6D8DAE-3348-42D6-9278-D85D48613C50}"/>
    <dgm:cxn modelId="{B2E4F739-B4C3-4062-9060-AB58C19C344F}" type="presOf" srcId="{A6481AA3-3ECB-4237-AB6C-E26A09560EC2}" destId="{E6952882-B48F-4BCE-8AF6-8ABBC980A9A3}" srcOrd="0" destOrd="0" presId="urn:microsoft.com/office/officeart/2018/2/layout/IconCircleList"/>
    <dgm:cxn modelId="{EC2CF66D-4697-4EE6-994A-F5992DEF3E82}" srcId="{EA2CD52C-49DD-4631-8BC3-407C61CEACE7}" destId="{508AF086-10F6-48BE-AE41-C1852D731D48}" srcOrd="0" destOrd="0" parTransId="{3D1E7708-6B03-42C1-AE17-764C90DF83A3}" sibTransId="{A9C0F2AC-0C28-46F1-9B3F-C3F52682139B}"/>
    <dgm:cxn modelId="{CB91E17E-1445-41EF-9B20-DC933581E526}" type="presOf" srcId="{D81CC075-D2EF-417D-9AA1-D76D38DD27CF}" destId="{A6CE627A-D9D6-4B33-BCA1-7A3528B65F0C}" srcOrd="0" destOrd="0" presId="urn:microsoft.com/office/officeart/2018/2/layout/IconCircleList"/>
    <dgm:cxn modelId="{22759083-CAE9-4D96-9B46-19217050F8DF}" type="presOf" srcId="{508AF086-10F6-48BE-AE41-C1852D731D48}" destId="{A7B5108B-B97E-4FA5-9FC8-59CB81E40399}" srcOrd="0" destOrd="0" presId="urn:microsoft.com/office/officeart/2018/2/layout/IconCircleList"/>
    <dgm:cxn modelId="{FBD1189E-A2C9-484B-8428-034D9E015510}" srcId="{EA2CD52C-49DD-4631-8BC3-407C61CEACE7}" destId="{5416AC5A-C6C6-4C6E-8D99-9CA3AA5D48FD}" srcOrd="3" destOrd="0" parTransId="{DDBB6F8D-B0A5-4019-9A8D-0210E0317242}" sibTransId="{0F45D1D2-DDF3-4346-BB08-EA1CB77C8FB5}"/>
    <dgm:cxn modelId="{4C59BCB7-E4A4-422F-85BD-C12703498B7B}" type="presOf" srcId="{EA2CD52C-49DD-4631-8BC3-407C61CEACE7}" destId="{CDA014B9-C397-4427-A30B-7094C5E6C9B0}" srcOrd="0" destOrd="0" presId="urn:microsoft.com/office/officeart/2018/2/layout/IconCircleList"/>
    <dgm:cxn modelId="{367AE5D3-664A-4A47-9D46-7DF13EDB45F8}" srcId="{EA2CD52C-49DD-4631-8BC3-407C61CEACE7}" destId="{A6481AA3-3ECB-4237-AB6C-E26A09560EC2}" srcOrd="1" destOrd="0" parTransId="{A453B35F-48BC-45D9-8D61-9D56EC036614}" sibTransId="{D81CC075-D2EF-417D-9AA1-D76D38DD27CF}"/>
    <dgm:cxn modelId="{7EEEDED4-9323-44C8-BD57-196EB4E9F2F4}" type="presOf" srcId="{A9C0F2AC-0C28-46F1-9B3F-C3F52682139B}" destId="{3DF342AC-CA60-4089-945F-C47EDCE644CD}" srcOrd="0" destOrd="0" presId="urn:microsoft.com/office/officeart/2018/2/layout/IconCircleList"/>
    <dgm:cxn modelId="{E75C25E6-7B8D-4102-B72F-CEA0A8E3BDFE}" type="presOf" srcId="{6C6D8DAE-3348-42D6-9278-D85D48613C50}" destId="{B4E4311E-E917-4583-A9A7-CD27206E86AE}" srcOrd="0" destOrd="0" presId="urn:microsoft.com/office/officeart/2018/2/layout/IconCircleList"/>
    <dgm:cxn modelId="{28A6B4E7-3F8A-46FF-BC24-FF3EF3243D2A}" type="presOf" srcId="{25AB85E0-30ED-434F-B0C6-19A5F49F97A5}" destId="{1986F4F2-0D3B-47BA-B05C-F943855C2E23}" srcOrd="0" destOrd="0" presId="urn:microsoft.com/office/officeart/2018/2/layout/IconCircleList"/>
    <dgm:cxn modelId="{912E9BBE-A120-41ED-8837-8B7FFAC9F288}" type="presParOf" srcId="{CDA014B9-C397-4427-A30B-7094C5E6C9B0}" destId="{4322A578-F64F-4801-AAC7-CDA8211A9DF2}" srcOrd="0" destOrd="0" presId="urn:microsoft.com/office/officeart/2018/2/layout/IconCircleList"/>
    <dgm:cxn modelId="{3B8F3BD2-8AB7-4480-8922-30D8E9AA5E3D}" type="presParOf" srcId="{4322A578-F64F-4801-AAC7-CDA8211A9DF2}" destId="{027364AD-089B-4551-9031-7CA1CBED499D}" srcOrd="0" destOrd="0" presId="urn:microsoft.com/office/officeart/2018/2/layout/IconCircleList"/>
    <dgm:cxn modelId="{E1E2EC93-7E90-4D9E-88F9-639FC93C1FA5}" type="presParOf" srcId="{027364AD-089B-4551-9031-7CA1CBED499D}" destId="{6FC98AB1-0668-4F0F-9880-FE9966C1B1D6}" srcOrd="0" destOrd="0" presId="urn:microsoft.com/office/officeart/2018/2/layout/IconCircleList"/>
    <dgm:cxn modelId="{02AE3BB4-F555-4E4D-B70A-9484C56DC3C7}" type="presParOf" srcId="{027364AD-089B-4551-9031-7CA1CBED499D}" destId="{C7C065D3-DEC5-4E0B-851B-76CEC6F193AD}" srcOrd="1" destOrd="0" presId="urn:microsoft.com/office/officeart/2018/2/layout/IconCircleList"/>
    <dgm:cxn modelId="{7AA3711C-C94C-47DB-8F32-00C6C9196E00}" type="presParOf" srcId="{027364AD-089B-4551-9031-7CA1CBED499D}" destId="{4E5F0FAC-3DAF-46A2-95E6-C471E4B53E4E}" srcOrd="2" destOrd="0" presId="urn:microsoft.com/office/officeart/2018/2/layout/IconCircleList"/>
    <dgm:cxn modelId="{DBEA0BAF-CB58-412B-AB73-519334E014CE}" type="presParOf" srcId="{027364AD-089B-4551-9031-7CA1CBED499D}" destId="{A7B5108B-B97E-4FA5-9FC8-59CB81E40399}" srcOrd="3" destOrd="0" presId="urn:microsoft.com/office/officeart/2018/2/layout/IconCircleList"/>
    <dgm:cxn modelId="{CBDA26EE-FD01-4E4B-8979-4831BA297C83}" type="presParOf" srcId="{4322A578-F64F-4801-AAC7-CDA8211A9DF2}" destId="{3DF342AC-CA60-4089-945F-C47EDCE644CD}" srcOrd="1" destOrd="0" presId="urn:microsoft.com/office/officeart/2018/2/layout/IconCircleList"/>
    <dgm:cxn modelId="{5397D568-34C2-41FC-AAF5-F027E591E0EF}" type="presParOf" srcId="{4322A578-F64F-4801-AAC7-CDA8211A9DF2}" destId="{B6225E94-109D-41AA-9F83-01017F2DBC94}" srcOrd="2" destOrd="0" presId="urn:microsoft.com/office/officeart/2018/2/layout/IconCircleList"/>
    <dgm:cxn modelId="{1D6C75E3-C20D-4685-AFAB-1AB2B941C0DA}" type="presParOf" srcId="{B6225E94-109D-41AA-9F83-01017F2DBC94}" destId="{EF66414A-39BE-4F6D-9A44-8615FCFBA121}" srcOrd="0" destOrd="0" presId="urn:microsoft.com/office/officeart/2018/2/layout/IconCircleList"/>
    <dgm:cxn modelId="{B873429C-30EE-403D-AEBB-77668A8BD8AB}" type="presParOf" srcId="{B6225E94-109D-41AA-9F83-01017F2DBC94}" destId="{8BBD5412-81D1-4D6D-AC0A-CEE221DA0843}" srcOrd="1" destOrd="0" presId="urn:microsoft.com/office/officeart/2018/2/layout/IconCircleList"/>
    <dgm:cxn modelId="{9E2E5B83-9D97-44E0-BB6C-8E4DC1AE8953}" type="presParOf" srcId="{B6225E94-109D-41AA-9F83-01017F2DBC94}" destId="{134CEF89-C631-4369-A7EF-2508A780D3FA}" srcOrd="2" destOrd="0" presId="urn:microsoft.com/office/officeart/2018/2/layout/IconCircleList"/>
    <dgm:cxn modelId="{0574B0AF-390F-40ED-857E-C5BD6629D918}" type="presParOf" srcId="{B6225E94-109D-41AA-9F83-01017F2DBC94}" destId="{E6952882-B48F-4BCE-8AF6-8ABBC980A9A3}" srcOrd="3" destOrd="0" presId="urn:microsoft.com/office/officeart/2018/2/layout/IconCircleList"/>
    <dgm:cxn modelId="{C8BB99A8-A103-472D-A597-8D1E3B031E12}" type="presParOf" srcId="{4322A578-F64F-4801-AAC7-CDA8211A9DF2}" destId="{A6CE627A-D9D6-4B33-BCA1-7A3528B65F0C}" srcOrd="3" destOrd="0" presId="urn:microsoft.com/office/officeart/2018/2/layout/IconCircleList"/>
    <dgm:cxn modelId="{1F1FC59F-1666-42E5-BCD1-07163F9E87EB}" type="presParOf" srcId="{4322A578-F64F-4801-AAC7-CDA8211A9DF2}" destId="{7B259D7C-BCD3-4199-89A1-BAE26CA267C5}" srcOrd="4" destOrd="0" presId="urn:microsoft.com/office/officeart/2018/2/layout/IconCircleList"/>
    <dgm:cxn modelId="{040129E6-6408-41C2-9985-C307325CB87A}" type="presParOf" srcId="{7B259D7C-BCD3-4199-89A1-BAE26CA267C5}" destId="{6DF83246-BF59-4807-800D-019203C5D20D}" srcOrd="0" destOrd="0" presId="urn:microsoft.com/office/officeart/2018/2/layout/IconCircleList"/>
    <dgm:cxn modelId="{79741080-EDFE-4686-AACD-806F2DAB5A3D}" type="presParOf" srcId="{7B259D7C-BCD3-4199-89A1-BAE26CA267C5}" destId="{AD79AB93-F9BD-4CA5-AF7B-D75A9C09B371}" srcOrd="1" destOrd="0" presId="urn:microsoft.com/office/officeart/2018/2/layout/IconCircleList"/>
    <dgm:cxn modelId="{B13A41D4-3CD2-41CA-B27F-4052E0AE325B}" type="presParOf" srcId="{7B259D7C-BCD3-4199-89A1-BAE26CA267C5}" destId="{84A03CD5-118A-4954-AFE6-EC5A2E969519}" srcOrd="2" destOrd="0" presId="urn:microsoft.com/office/officeart/2018/2/layout/IconCircleList"/>
    <dgm:cxn modelId="{DB93771A-D326-4900-A580-D72585A9DF59}" type="presParOf" srcId="{7B259D7C-BCD3-4199-89A1-BAE26CA267C5}" destId="{1986F4F2-0D3B-47BA-B05C-F943855C2E23}" srcOrd="3" destOrd="0" presId="urn:microsoft.com/office/officeart/2018/2/layout/IconCircleList"/>
    <dgm:cxn modelId="{4D5ABF77-2455-4C4F-B38E-69D08C91C592}" type="presParOf" srcId="{4322A578-F64F-4801-AAC7-CDA8211A9DF2}" destId="{B4E4311E-E917-4583-A9A7-CD27206E86AE}" srcOrd="5" destOrd="0" presId="urn:microsoft.com/office/officeart/2018/2/layout/IconCircleList"/>
    <dgm:cxn modelId="{304E7A02-3651-45FC-98B5-B42EA9086271}" type="presParOf" srcId="{4322A578-F64F-4801-AAC7-CDA8211A9DF2}" destId="{3F5D734F-FFAB-4DD5-A6F7-A4011B096840}" srcOrd="6" destOrd="0" presId="urn:microsoft.com/office/officeart/2018/2/layout/IconCircleList"/>
    <dgm:cxn modelId="{A7FD3FDA-DE32-449E-86A9-28FB703C0BBE}" type="presParOf" srcId="{3F5D734F-FFAB-4DD5-A6F7-A4011B096840}" destId="{B81AAC75-146E-48FA-9365-7E952CCD25FF}" srcOrd="0" destOrd="0" presId="urn:microsoft.com/office/officeart/2018/2/layout/IconCircleList"/>
    <dgm:cxn modelId="{3C539457-928A-4C3B-9A2D-4DE69E1B8489}" type="presParOf" srcId="{3F5D734F-FFAB-4DD5-A6F7-A4011B096840}" destId="{FD60BF06-C077-4CC1-AF69-171AB741FB5E}" srcOrd="1" destOrd="0" presId="urn:microsoft.com/office/officeart/2018/2/layout/IconCircleList"/>
    <dgm:cxn modelId="{DDEA1474-BAC0-44A2-8ECA-4DA3458D53D5}" type="presParOf" srcId="{3F5D734F-FFAB-4DD5-A6F7-A4011B096840}" destId="{B856D0FB-1283-4363-8A31-2409C6E0C231}" srcOrd="2" destOrd="0" presId="urn:microsoft.com/office/officeart/2018/2/layout/IconCircleList"/>
    <dgm:cxn modelId="{2540EF5D-A225-4054-8990-4CC137CB5A9F}" type="presParOf" srcId="{3F5D734F-FFAB-4DD5-A6F7-A4011B096840}" destId="{4B76B6A4-22F7-4107-810E-5AC76A659B1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11D6E8-F26B-459A-9F86-FC675221261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2D6546-03C8-46C6-BB90-27049159EC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Reads the source code.</a:t>
          </a:r>
        </a:p>
      </dgm:t>
    </dgm:pt>
    <dgm:pt modelId="{2220A1E8-8DF8-4A5A-A75C-6284E3AC0152}" type="parTrans" cxnId="{1812A16E-7D13-462E-90C3-909B121E8CCA}">
      <dgm:prSet/>
      <dgm:spPr/>
      <dgm:t>
        <a:bodyPr/>
        <a:lstStyle/>
        <a:p>
          <a:endParaRPr lang="en-US"/>
        </a:p>
      </dgm:t>
    </dgm:pt>
    <dgm:pt modelId="{D6721DCD-CB1D-4F55-9FD7-7F158BDF380E}" type="sibTrans" cxnId="{1812A16E-7D13-462E-90C3-909B121E8CCA}">
      <dgm:prSet/>
      <dgm:spPr/>
      <dgm:t>
        <a:bodyPr/>
        <a:lstStyle/>
        <a:p>
          <a:endParaRPr lang="en-US"/>
        </a:p>
      </dgm:t>
    </dgm:pt>
    <dgm:pt modelId="{B37F698F-763E-44ED-95D2-33D6E535B8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Identifies lexemes and generates tokens.</a:t>
          </a:r>
        </a:p>
      </dgm:t>
    </dgm:pt>
    <dgm:pt modelId="{AAC953A3-7141-4695-B3D7-145680C1FF66}" type="parTrans" cxnId="{61300667-DCB9-48A2-ADE8-53F4287F0501}">
      <dgm:prSet/>
      <dgm:spPr/>
      <dgm:t>
        <a:bodyPr/>
        <a:lstStyle/>
        <a:p>
          <a:endParaRPr lang="en-US"/>
        </a:p>
      </dgm:t>
    </dgm:pt>
    <dgm:pt modelId="{F5FEBD28-8CBD-44A6-AD7D-1EE9D97652EA}" type="sibTrans" cxnId="{61300667-DCB9-48A2-ADE8-53F4287F0501}">
      <dgm:prSet/>
      <dgm:spPr/>
      <dgm:t>
        <a:bodyPr/>
        <a:lstStyle/>
        <a:p>
          <a:endParaRPr lang="en-US"/>
        </a:p>
      </dgm:t>
    </dgm:pt>
    <dgm:pt modelId="{7929859F-E549-4775-827A-B1C337DB99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Removes white spaces and comments.</a:t>
          </a:r>
        </a:p>
      </dgm:t>
    </dgm:pt>
    <dgm:pt modelId="{91C9D793-C63B-4E83-B569-CD5DEF39FD37}" type="parTrans" cxnId="{F56DFC3C-28CD-4550-B81E-43C5FB51BF30}">
      <dgm:prSet/>
      <dgm:spPr/>
      <dgm:t>
        <a:bodyPr/>
        <a:lstStyle/>
        <a:p>
          <a:endParaRPr lang="en-US"/>
        </a:p>
      </dgm:t>
    </dgm:pt>
    <dgm:pt modelId="{294B2ED9-4115-4F1C-A715-342DB527039A}" type="sibTrans" cxnId="{F56DFC3C-28CD-4550-B81E-43C5FB51BF30}">
      <dgm:prSet/>
      <dgm:spPr/>
      <dgm:t>
        <a:bodyPr/>
        <a:lstStyle/>
        <a:p>
          <a:endParaRPr lang="en-US"/>
        </a:p>
      </dgm:t>
    </dgm:pt>
    <dgm:pt modelId="{E147E8DC-5492-4211-87EA-41115D9FBB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Detects lexical errors.</a:t>
          </a:r>
        </a:p>
      </dgm:t>
    </dgm:pt>
    <dgm:pt modelId="{0447C0EC-EA01-4CD0-9BB3-3D8A0007934B}" type="parTrans" cxnId="{908DACE8-A9A9-4278-8F86-D0F4A7AF390C}">
      <dgm:prSet/>
      <dgm:spPr/>
      <dgm:t>
        <a:bodyPr/>
        <a:lstStyle/>
        <a:p>
          <a:endParaRPr lang="en-US"/>
        </a:p>
      </dgm:t>
    </dgm:pt>
    <dgm:pt modelId="{162B4D82-9072-4F69-A803-70FB1679CBFA}" type="sibTrans" cxnId="{908DACE8-A9A9-4278-8F86-D0F4A7AF390C}">
      <dgm:prSet/>
      <dgm:spPr/>
      <dgm:t>
        <a:bodyPr/>
        <a:lstStyle/>
        <a:p>
          <a:endParaRPr lang="en-US"/>
        </a:p>
      </dgm:t>
    </dgm:pt>
    <dgm:pt modelId="{70476CB4-F17F-4A76-BBB1-0B3429C044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Updates the symbol table.</a:t>
          </a:r>
        </a:p>
      </dgm:t>
    </dgm:pt>
    <dgm:pt modelId="{79F38BD4-0169-4A3E-A04C-6F965C1060FC}" type="parTrans" cxnId="{9C3599CC-789E-4EFF-8476-443AE4456D1A}">
      <dgm:prSet/>
      <dgm:spPr/>
      <dgm:t>
        <a:bodyPr/>
        <a:lstStyle/>
        <a:p>
          <a:endParaRPr lang="en-US"/>
        </a:p>
      </dgm:t>
    </dgm:pt>
    <dgm:pt modelId="{065F965D-A243-420E-940D-7F637692F90C}" type="sibTrans" cxnId="{9C3599CC-789E-4EFF-8476-443AE4456D1A}">
      <dgm:prSet/>
      <dgm:spPr/>
      <dgm:t>
        <a:bodyPr/>
        <a:lstStyle/>
        <a:p>
          <a:endParaRPr lang="en-US"/>
        </a:p>
      </dgm:t>
    </dgm:pt>
    <dgm:pt modelId="{172A3772-F7DD-4FF7-B00E-05ACF2DF99BE}" type="pres">
      <dgm:prSet presAssocID="{EB11D6E8-F26B-459A-9F86-FC6752212617}" presName="root" presStyleCnt="0">
        <dgm:presLayoutVars>
          <dgm:dir/>
          <dgm:resizeHandles val="exact"/>
        </dgm:presLayoutVars>
      </dgm:prSet>
      <dgm:spPr/>
    </dgm:pt>
    <dgm:pt modelId="{9518BE79-FE6A-4242-AF99-AABF0FB50EE3}" type="pres">
      <dgm:prSet presAssocID="{552D6546-03C8-46C6-BB90-27049159EC32}" presName="compNode" presStyleCnt="0"/>
      <dgm:spPr/>
    </dgm:pt>
    <dgm:pt modelId="{61FD78D4-EEBC-4713-BE6D-9CAFEC521015}" type="pres">
      <dgm:prSet presAssocID="{552D6546-03C8-46C6-BB90-27049159EC32}" presName="bgRect" presStyleLbl="bgShp" presStyleIdx="0" presStyleCnt="5"/>
      <dgm:spPr/>
    </dgm:pt>
    <dgm:pt modelId="{C082A1BE-5391-457A-BDD8-3DF765057B38}" type="pres">
      <dgm:prSet presAssocID="{552D6546-03C8-46C6-BB90-27049159EC3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8FFA09B8-0B4F-448E-AA61-39FBBD3D4174}" type="pres">
      <dgm:prSet presAssocID="{552D6546-03C8-46C6-BB90-27049159EC32}" presName="spaceRect" presStyleCnt="0"/>
      <dgm:spPr/>
    </dgm:pt>
    <dgm:pt modelId="{E7EF2974-2F60-44C0-B7B9-CE41864B4215}" type="pres">
      <dgm:prSet presAssocID="{552D6546-03C8-46C6-BB90-27049159EC32}" presName="parTx" presStyleLbl="revTx" presStyleIdx="0" presStyleCnt="5">
        <dgm:presLayoutVars>
          <dgm:chMax val="0"/>
          <dgm:chPref val="0"/>
        </dgm:presLayoutVars>
      </dgm:prSet>
      <dgm:spPr/>
    </dgm:pt>
    <dgm:pt modelId="{4C02831B-5C6C-44CB-8310-AB932B58E1F0}" type="pres">
      <dgm:prSet presAssocID="{D6721DCD-CB1D-4F55-9FD7-7F158BDF380E}" presName="sibTrans" presStyleCnt="0"/>
      <dgm:spPr/>
    </dgm:pt>
    <dgm:pt modelId="{9ED406D0-1480-4379-9E3E-7E2038E2E35E}" type="pres">
      <dgm:prSet presAssocID="{B37F698F-763E-44ED-95D2-33D6E535B87A}" presName="compNode" presStyleCnt="0"/>
      <dgm:spPr/>
    </dgm:pt>
    <dgm:pt modelId="{CA477333-CEDE-4F54-A229-956C9A946EC6}" type="pres">
      <dgm:prSet presAssocID="{B37F698F-763E-44ED-95D2-33D6E535B87A}" presName="bgRect" presStyleLbl="bgShp" presStyleIdx="1" presStyleCnt="5"/>
      <dgm:spPr/>
    </dgm:pt>
    <dgm:pt modelId="{5481AE3A-F8F7-41E8-B017-8DB6F4DA7C69}" type="pres">
      <dgm:prSet presAssocID="{B37F698F-763E-44ED-95D2-33D6E535B87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3CA04BFF-6C7D-457B-AC68-6AB1AE2CA920}" type="pres">
      <dgm:prSet presAssocID="{B37F698F-763E-44ED-95D2-33D6E535B87A}" presName="spaceRect" presStyleCnt="0"/>
      <dgm:spPr/>
    </dgm:pt>
    <dgm:pt modelId="{93D32D84-B51E-4E7D-9F3A-EDC493EB97C1}" type="pres">
      <dgm:prSet presAssocID="{B37F698F-763E-44ED-95D2-33D6E535B87A}" presName="parTx" presStyleLbl="revTx" presStyleIdx="1" presStyleCnt="5">
        <dgm:presLayoutVars>
          <dgm:chMax val="0"/>
          <dgm:chPref val="0"/>
        </dgm:presLayoutVars>
      </dgm:prSet>
      <dgm:spPr/>
    </dgm:pt>
    <dgm:pt modelId="{33C9A0AD-0ADA-4B6D-8EE9-9F0EA65DF4CD}" type="pres">
      <dgm:prSet presAssocID="{F5FEBD28-8CBD-44A6-AD7D-1EE9D97652EA}" presName="sibTrans" presStyleCnt="0"/>
      <dgm:spPr/>
    </dgm:pt>
    <dgm:pt modelId="{78CFB809-24C5-4E51-969B-FBE2FF13AB79}" type="pres">
      <dgm:prSet presAssocID="{7929859F-E549-4775-827A-B1C337DB99D4}" presName="compNode" presStyleCnt="0"/>
      <dgm:spPr/>
    </dgm:pt>
    <dgm:pt modelId="{DFB3CD8B-D3FF-4675-9B04-315A2E7F9D5B}" type="pres">
      <dgm:prSet presAssocID="{7929859F-E549-4775-827A-B1C337DB99D4}" presName="bgRect" presStyleLbl="bgShp" presStyleIdx="2" presStyleCnt="5"/>
      <dgm:spPr/>
    </dgm:pt>
    <dgm:pt modelId="{CD1C89B4-19E5-4B69-8770-916AA8C136DF}" type="pres">
      <dgm:prSet presAssocID="{7929859F-E549-4775-827A-B1C337DB99D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B90B6846-1BDE-4FD8-AAF3-243B15A9A21B}" type="pres">
      <dgm:prSet presAssocID="{7929859F-E549-4775-827A-B1C337DB99D4}" presName="spaceRect" presStyleCnt="0"/>
      <dgm:spPr/>
    </dgm:pt>
    <dgm:pt modelId="{C8B75A8D-4A7C-45F4-B487-39BD367C4256}" type="pres">
      <dgm:prSet presAssocID="{7929859F-E549-4775-827A-B1C337DB99D4}" presName="parTx" presStyleLbl="revTx" presStyleIdx="2" presStyleCnt="5">
        <dgm:presLayoutVars>
          <dgm:chMax val="0"/>
          <dgm:chPref val="0"/>
        </dgm:presLayoutVars>
      </dgm:prSet>
      <dgm:spPr/>
    </dgm:pt>
    <dgm:pt modelId="{5745B24C-A234-41BB-9DCB-00CAE0DE9E33}" type="pres">
      <dgm:prSet presAssocID="{294B2ED9-4115-4F1C-A715-342DB527039A}" presName="sibTrans" presStyleCnt="0"/>
      <dgm:spPr/>
    </dgm:pt>
    <dgm:pt modelId="{7B010C0F-2533-448D-993E-DB29944FBE32}" type="pres">
      <dgm:prSet presAssocID="{E147E8DC-5492-4211-87EA-41115D9FBBDF}" presName="compNode" presStyleCnt="0"/>
      <dgm:spPr/>
    </dgm:pt>
    <dgm:pt modelId="{0AC161C2-01FF-4467-B104-59937CCF3093}" type="pres">
      <dgm:prSet presAssocID="{E147E8DC-5492-4211-87EA-41115D9FBBDF}" presName="bgRect" presStyleLbl="bgShp" presStyleIdx="3" presStyleCnt="5"/>
      <dgm:spPr/>
    </dgm:pt>
    <dgm:pt modelId="{E6BA5627-4921-4B06-B56D-0A109E370D5C}" type="pres">
      <dgm:prSet presAssocID="{E147E8DC-5492-4211-87EA-41115D9FBBD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7C83D7D-1ED6-4496-AC21-2299427A1C12}" type="pres">
      <dgm:prSet presAssocID="{E147E8DC-5492-4211-87EA-41115D9FBBDF}" presName="spaceRect" presStyleCnt="0"/>
      <dgm:spPr/>
    </dgm:pt>
    <dgm:pt modelId="{8C4F1420-8776-4091-BB10-7B4D4F081F5C}" type="pres">
      <dgm:prSet presAssocID="{E147E8DC-5492-4211-87EA-41115D9FBBDF}" presName="parTx" presStyleLbl="revTx" presStyleIdx="3" presStyleCnt="5">
        <dgm:presLayoutVars>
          <dgm:chMax val="0"/>
          <dgm:chPref val="0"/>
        </dgm:presLayoutVars>
      </dgm:prSet>
      <dgm:spPr/>
    </dgm:pt>
    <dgm:pt modelId="{99E41009-E28A-4142-A052-59B3B7A66B74}" type="pres">
      <dgm:prSet presAssocID="{162B4D82-9072-4F69-A803-70FB1679CBFA}" presName="sibTrans" presStyleCnt="0"/>
      <dgm:spPr/>
    </dgm:pt>
    <dgm:pt modelId="{8DB16C4E-6D3D-4F8E-9110-664674AD0312}" type="pres">
      <dgm:prSet presAssocID="{70476CB4-F17F-4A76-BBB1-0B3429C044F4}" presName="compNode" presStyleCnt="0"/>
      <dgm:spPr/>
    </dgm:pt>
    <dgm:pt modelId="{AE30C4BF-2314-457F-B143-4EA7000DB93A}" type="pres">
      <dgm:prSet presAssocID="{70476CB4-F17F-4A76-BBB1-0B3429C044F4}" presName="bgRect" presStyleLbl="bgShp" presStyleIdx="4" presStyleCnt="5"/>
      <dgm:spPr/>
    </dgm:pt>
    <dgm:pt modelId="{6E4D92F7-5172-401B-8C63-AFF362B384E6}" type="pres">
      <dgm:prSet presAssocID="{70476CB4-F17F-4A76-BBB1-0B3429C044F4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F495F2B-A768-4D6B-8FA4-AF4F8B3EE56F}" type="pres">
      <dgm:prSet presAssocID="{70476CB4-F17F-4A76-BBB1-0B3429C044F4}" presName="spaceRect" presStyleCnt="0"/>
      <dgm:spPr/>
    </dgm:pt>
    <dgm:pt modelId="{7BC00AB0-38AD-4BD6-B753-3916278B06DB}" type="pres">
      <dgm:prSet presAssocID="{70476CB4-F17F-4A76-BBB1-0B3429C044F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140E635-E632-45BA-9DA2-DA9B2F11E296}" type="presOf" srcId="{552D6546-03C8-46C6-BB90-27049159EC32}" destId="{E7EF2974-2F60-44C0-B7B9-CE41864B4215}" srcOrd="0" destOrd="0" presId="urn:microsoft.com/office/officeart/2018/2/layout/IconVerticalSolidList"/>
    <dgm:cxn modelId="{F56DFC3C-28CD-4550-B81E-43C5FB51BF30}" srcId="{EB11D6E8-F26B-459A-9F86-FC6752212617}" destId="{7929859F-E549-4775-827A-B1C337DB99D4}" srcOrd="2" destOrd="0" parTransId="{91C9D793-C63B-4E83-B569-CD5DEF39FD37}" sibTransId="{294B2ED9-4115-4F1C-A715-342DB527039A}"/>
    <dgm:cxn modelId="{7417E85C-A602-43C8-808A-A6E1EF8843C6}" type="presOf" srcId="{B37F698F-763E-44ED-95D2-33D6E535B87A}" destId="{93D32D84-B51E-4E7D-9F3A-EDC493EB97C1}" srcOrd="0" destOrd="0" presId="urn:microsoft.com/office/officeart/2018/2/layout/IconVerticalSolidList"/>
    <dgm:cxn modelId="{61300667-DCB9-48A2-ADE8-53F4287F0501}" srcId="{EB11D6E8-F26B-459A-9F86-FC6752212617}" destId="{B37F698F-763E-44ED-95D2-33D6E535B87A}" srcOrd="1" destOrd="0" parTransId="{AAC953A3-7141-4695-B3D7-145680C1FF66}" sibTransId="{F5FEBD28-8CBD-44A6-AD7D-1EE9D97652EA}"/>
    <dgm:cxn modelId="{1812A16E-7D13-462E-90C3-909B121E8CCA}" srcId="{EB11D6E8-F26B-459A-9F86-FC6752212617}" destId="{552D6546-03C8-46C6-BB90-27049159EC32}" srcOrd="0" destOrd="0" parTransId="{2220A1E8-8DF8-4A5A-A75C-6284E3AC0152}" sibTransId="{D6721DCD-CB1D-4F55-9FD7-7F158BDF380E}"/>
    <dgm:cxn modelId="{90B23D50-5E3F-4629-92D6-D74F00706852}" type="presOf" srcId="{EB11D6E8-F26B-459A-9F86-FC6752212617}" destId="{172A3772-F7DD-4FF7-B00E-05ACF2DF99BE}" srcOrd="0" destOrd="0" presId="urn:microsoft.com/office/officeart/2018/2/layout/IconVerticalSolidList"/>
    <dgm:cxn modelId="{742031AF-A22A-4BC6-9CC8-A115CB6D784C}" type="presOf" srcId="{7929859F-E549-4775-827A-B1C337DB99D4}" destId="{C8B75A8D-4A7C-45F4-B487-39BD367C4256}" srcOrd="0" destOrd="0" presId="urn:microsoft.com/office/officeart/2018/2/layout/IconVerticalSolidList"/>
    <dgm:cxn modelId="{F98F5CC4-FEB7-4B42-AB9F-5A3D187533B6}" type="presOf" srcId="{E147E8DC-5492-4211-87EA-41115D9FBBDF}" destId="{8C4F1420-8776-4091-BB10-7B4D4F081F5C}" srcOrd="0" destOrd="0" presId="urn:microsoft.com/office/officeart/2018/2/layout/IconVerticalSolidList"/>
    <dgm:cxn modelId="{9C3599CC-789E-4EFF-8476-443AE4456D1A}" srcId="{EB11D6E8-F26B-459A-9F86-FC6752212617}" destId="{70476CB4-F17F-4A76-BBB1-0B3429C044F4}" srcOrd="4" destOrd="0" parTransId="{79F38BD4-0169-4A3E-A04C-6F965C1060FC}" sibTransId="{065F965D-A243-420E-940D-7F637692F90C}"/>
    <dgm:cxn modelId="{A2C266CF-A768-4785-9DD0-6DFCA8268F74}" type="presOf" srcId="{70476CB4-F17F-4A76-BBB1-0B3429C044F4}" destId="{7BC00AB0-38AD-4BD6-B753-3916278B06DB}" srcOrd="0" destOrd="0" presId="urn:microsoft.com/office/officeart/2018/2/layout/IconVerticalSolidList"/>
    <dgm:cxn modelId="{908DACE8-A9A9-4278-8F86-D0F4A7AF390C}" srcId="{EB11D6E8-F26B-459A-9F86-FC6752212617}" destId="{E147E8DC-5492-4211-87EA-41115D9FBBDF}" srcOrd="3" destOrd="0" parTransId="{0447C0EC-EA01-4CD0-9BB3-3D8A0007934B}" sibTransId="{162B4D82-9072-4F69-A803-70FB1679CBFA}"/>
    <dgm:cxn modelId="{CB4FE57F-9E59-411C-AB90-C203D6E8F8E7}" type="presParOf" srcId="{172A3772-F7DD-4FF7-B00E-05ACF2DF99BE}" destId="{9518BE79-FE6A-4242-AF99-AABF0FB50EE3}" srcOrd="0" destOrd="0" presId="urn:microsoft.com/office/officeart/2018/2/layout/IconVerticalSolidList"/>
    <dgm:cxn modelId="{1D10A8D2-9C17-4D52-84CF-7F5208D4CAAC}" type="presParOf" srcId="{9518BE79-FE6A-4242-AF99-AABF0FB50EE3}" destId="{61FD78D4-EEBC-4713-BE6D-9CAFEC521015}" srcOrd="0" destOrd="0" presId="urn:microsoft.com/office/officeart/2018/2/layout/IconVerticalSolidList"/>
    <dgm:cxn modelId="{D08CD244-292E-4205-B217-029897DC1AA3}" type="presParOf" srcId="{9518BE79-FE6A-4242-AF99-AABF0FB50EE3}" destId="{C082A1BE-5391-457A-BDD8-3DF765057B38}" srcOrd="1" destOrd="0" presId="urn:microsoft.com/office/officeart/2018/2/layout/IconVerticalSolidList"/>
    <dgm:cxn modelId="{48D043B0-9463-4B1E-B07C-6B7B55A02369}" type="presParOf" srcId="{9518BE79-FE6A-4242-AF99-AABF0FB50EE3}" destId="{8FFA09B8-0B4F-448E-AA61-39FBBD3D4174}" srcOrd="2" destOrd="0" presId="urn:microsoft.com/office/officeart/2018/2/layout/IconVerticalSolidList"/>
    <dgm:cxn modelId="{017C603C-C624-4B51-86A7-BE71E3C635C0}" type="presParOf" srcId="{9518BE79-FE6A-4242-AF99-AABF0FB50EE3}" destId="{E7EF2974-2F60-44C0-B7B9-CE41864B4215}" srcOrd="3" destOrd="0" presId="urn:microsoft.com/office/officeart/2018/2/layout/IconVerticalSolidList"/>
    <dgm:cxn modelId="{259F62B4-C121-4F92-8E5E-DFF5D6D32CBF}" type="presParOf" srcId="{172A3772-F7DD-4FF7-B00E-05ACF2DF99BE}" destId="{4C02831B-5C6C-44CB-8310-AB932B58E1F0}" srcOrd="1" destOrd="0" presId="urn:microsoft.com/office/officeart/2018/2/layout/IconVerticalSolidList"/>
    <dgm:cxn modelId="{17934395-611D-431A-9FD1-C962050BE852}" type="presParOf" srcId="{172A3772-F7DD-4FF7-B00E-05ACF2DF99BE}" destId="{9ED406D0-1480-4379-9E3E-7E2038E2E35E}" srcOrd="2" destOrd="0" presId="urn:microsoft.com/office/officeart/2018/2/layout/IconVerticalSolidList"/>
    <dgm:cxn modelId="{9BAD78BB-7B19-4614-9E52-71FC14ECC0B1}" type="presParOf" srcId="{9ED406D0-1480-4379-9E3E-7E2038E2E35E}" destId="{CA477333-CEDE-4F54-A229-956C9A946EC6}" srcOrd="0" destOrd="0" presId="urn:microsoft.com/office/officeart/2018/2/layout/IconVerticalSolidList"/>
    <dgm:cxn modelId="{0C8AEF22-0E55-4DA7-ADCD-1FFA8EFFADE7}" type="presParOf" srcId="{9ED406D0-1480-4379-9E3E-7E2038E2E35E}" destId="{5481AE3A-F8F7-41E8-B017-8DB6F4DA7C69}" srcOrd="1" destOrd="0" presId="urn:microsoft.com/office/officeart/2018/2/layout/IconVerticalSolidList"/>
    <dgm:cxn modelId="{082A2BC0-190B-4ED8-AB25-538C2527AF57}" type="presParOf" srcId="{9ED406D0-1480-4379-9E3E-7E2038E2E35E}" destId="{3CA04BFF-6C7D-457B-AC68-6AB1AE2CA920}" srcOrd="2" destOrd="0" presId="urn:microsoft.com/office/officeart/2018/2/layout/IconVerticalSolidList"/>
    <dgm:cxn modelId="{29E6F7FC-7BB8-45B3-A26C-9003DE1EF73A}" type="presParOf" srcId="{9ED406D0-1480-4379-9E3E-7E2038E2E35E}" destId="{93D32D84-B51E-4E7D-9F3A-EDC493EB97C1}" srcOrd="3" destOrd="0" presId="urn:microsoft.com/office/officeart/2018/2/layout/IconVerticalSolidList"/>
    <dgm:cxn modelId="{CDA49393-0FA5-4D81-AC73-333431E87C23}" type="presParOf" srcId="{172A3772-F7DD-4FF7-B00E-05ACF2DF99BE}" destId="{33C9A0AD-0ADA-4B6D-8EE9-9F0EA65DF4CD}" srcOrd="3" destOrd="0" presId="urn:microsoft.com/office/officeart/2018/2/layout/IconVerticalSolidList"/>
    <dgm:cxn modelId="{DCD71357-D1C1-45DA-BA2A-9AA49626F58B}" type="presParOf" srcId="{172A3772-F7DD-4FF7-B00E-05ACF2DF99BE}" destId="{78CFB809-24C5-4E51-969B-FBE2FF13AB79}" srcOrd="4" destOrd="0" presId="urn:microsoft.com/office/officeart/2018/2/layout/IconVerticalSolidList"/>
    <dgm:cxn modelId="{FD4738C4-F82A-4B37-98DA-69E8B51905FB}" type="presParOf" srcId="{78CFB809-24C5-4E51-969B-FBE2FF13AB79}" destId="{DFB3CD8B-D3FF-4675-9B04-315A2E7F9D5B}" srcOrd="0" destOrd="0" presId="urn:microsoft.com/office/officeart/2018/2/layout/IconVerticalSolidList"/>
    <dgm:cxn modelId="{61CB7B44-C89B-4385-8361-F93DCCCC9057}" type="presParOf" srcId="{78CFB809-24C5-4E51-969B-FBE2FF13AB79}" destId="{CD1C89B4-19E5-4B69-8770-916AA8C136DF}" srcOrd="1" destOrd="0" presId="urn:microsoft.com/office/officeart/2018/2/layout/IconVerticalSolidList"/>
    <dgm:cxn modelId="{62F6A641-26B0-45D6-9052-A9D28797242C}" type="presParOf" srcId="{78CFB809-24C5-4E51-969B-FBE2FF13AB79}" destId="{B90B6846-1BDE-4FD8-AAF3-243B15A9A21B}" srcOrd="2" destOrd="0" presId="urn:microsoft.com/office/officeart/2018/2/layout/IconVerticalSolidList"/>
    <dgm:cxn modelId="{D7052726-CDC1-4873-A34F-2BDB57391078}" type="presParOf" srcId="{78CFB809-24C5-4E51-969B-FBE2FF13AB79}" destId="{C8B75A8D-4A7C-45F4-B487-39BD367C4256}" srcOrd="3" destOrd="0" presId="urn:microsoft.com/office/officeart/2018/2/layout/IconVerticalSolidList"/>
    <dgm:cxn modelId="{7008C6F4-3DD6-4A21-AB2D-353F2B18C1FA}" type="presParOf" srcId="{172A3772-F7DD-4FF7-B00E-05ACF2DF99BE}" destId="{5745B24C-A234-41BB-9DCB-00CAE0DE9E33}" srcOrd="5" destOrd="0" presId="urn:microsoft.com/office/officeart/2018/2/layout/IconVerticalSolidList"/>
    <dgm:cxn modelId="{4C91F953-857F-42AC-B279-40E8DF46A06D}" type="presParOf" srcId="{172A3772-F7DD-4FF7-B00E-05ACF2DF99BE}" destId="{7B010C0F-2533-448D-993E-DB29944FBE32}" srcOrd="6" destOrd="0" presId="urn:microsoft.com/office/officeart/2018/2/layout/IconVerticalSolidList"/>
    <dgm:cxn modelId="{128808FA-A1A2-46F3-8FA7-492093F4FEFE}" type="presParOf" srcId="{7B010C0F-2533-448D-993E-DB29944FBE32}" destId="{0AC161C2-01FF-4467-B104-59937CCF3093}" srcOrd="0" destOrd="0" presId="urn:microsoft.com/office/officeart/2018/2/layout/IconVerticalSolidList"/>
    <dgm:cxn modelId="{CDD1484F-1B84-4535-82CD-C0A479384AE7}" type="presParOf" srcId="{7B010C0F-2533-448D-993E-DB29944FBE32}" destId="{E6BA5627-4921-4B06-B56D-0A109E370D5C}" srcOrd="1" destOrd="0" presId="urn:microsoft.com/office/officeart/2018/2/layout/IconVerticalSolidList"/>
    <dgm:cxn modelId="{073EA235-A5DB-4D02-9166-4E79BB08CB51}" type="presParOf" srcId="{7B010C0F-2533-448D-993E-DB29944FBE32}" destId="{D7C83D7D-1ED6-4496-AC21-2299427A1C12}" srcOrd="2" destOrd="0" presId="urn:microsoft.com/office/officeart/2018/2/layout/IconVerticalSolidList"/>
    <dgm:cxn modelId="{5D4B7E56-C504-4AAD-B92A-90E441578030}" type="presParOf" srcId="{7B010C0F-2533-448D-993E-DB29944FBE32}" destId="{8C4F1420-8776-4091-BB10-7B4D4F081F5C}" srcOrd="3" destOrd="0" presId="urn:microsoft.com/office/officeart/2018/2/layout/IconVerticalSolidList"/>
    <dgm:cxn modelId="{CA053AF9-D6D9-4582-8CAF-93B1B19A9831}" type="presParOf" srcId="{172A3772-F7DD-4FF7-B00E-05ACF2DF99BE}" destId="{99E41009-E28A-4142-A052-59B3B7A66B74}" srcOrd="7" destOrd="0" presId="urn:microsoft.com/office/officeart/2018/2/layout/IconVerticalSolidList"/>
    <dgm:cxn modelId="{F827FCC1-0208-4872-A869-C554F279130F}" type="presParOf" srcId="{172A3772-F7DD-4FF7-B00E-05ACF2DF99BE}" destId="{8DB16C4E-6D3D-4F8E-9110-664674AD0312}" srcOrd="8" destOrd="0" presId="urn:microsoft.com/office/officeart/2018/2/layout/IconVerticalSolidList"/>
    <dgm:cxn modelId="{E6DB6EBB-495A-4040-8FE3-71A541C2CBFA}" type="presParOf" srcId="{8DB16C4E-6D3D-4F8E-9110-664674AD0312}" destId="{AE30C4BF-2314-457F-B143-4EA7000DB93A}" srcOrd="0" destOrd="0" presId="urn:microsoft.com/office/officeart/2018/2/layout/IconVerticalSolidList"/>
    <dgm:cxn modelId="{1BBD9AA8-894D-4452-B359-53C768592C14}" type="presParOf" srcId="{8DB16C4E-6D3D-4F8E-9110-664674AD0312}" destId="{6E4D92F7-5172-401B-8C63-AFF362B384E6}" srcOrd="1" destOrd="0" presId="urn:microsoft.com/office/officeart/2018/2/layout/IconVerticalSolidList"/>
    <dgm:cxn modelId="{D9C6F8D0-2A17-4422-992C-D7225F330276}" type="presParOf" srcId="{8DB16C4E-6D3D-4F8E-9110-664674AD0312}" destId="{AF495F2B-A768-4D6B-8FA4-AF4F8B3EE56F}" srcOrd="2" destOrd="0" presId="urn:microsoft.com/office/officeart/2018/2/layout/IconVerticalSolidList"/>
    <dgm:cxn modelId="{4E5E9A39-46F2-4BA9-9A1F-77BC1F94A5C6}" type="presParOf" srcId="{8DB16C4E-6D3D-4F8E-9110-664674AD0312}" destId="{7BC00AB0-38AD-4BD6-B753-3916278B06D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5C9385-CB53-4BE9-BE42-D2D40C1C641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2B2AE7-F2A6-407F-98DD-A508C949B601}">
      <dgm:prSet/>
      <dgm:spPr/>
      <dgm:t>
        <a:bodyPr/>
        <a:lstStyle/>
        <a:p>
          <a:r>
            <a:rPr lang="en-US"/>
            <a:t>A lexical error occurs when an invalid character or word is found.</a:t>
          </a:r>
        </a:p>
      </dgm:t>
    </dgm:pt>
    <dgm:pt modelId="{20D4F99E-7D98-4A80-A0C5-7B75F0C5BB2A}" type="parTrans" cxnId="{7761BB1D-06AB-4C0A-8613-974BA2DF1843}">
      <dgm:prSet/>
      <dgm:spPr/>
      <dgm:t>
        <a:bodyPr/>
        <a:lstStyle/>
        <a:p>
          <a:endParaRPr lang="en-US"/>
        </a:p>
      </dgm:t>
    </dgm:pt>
    <dgm:pt modelId="{FA148D6C-CDD6-40E5-B212-A2FC9C6E8ACF}" type="sibTrans" cxnId="{7761BB1D-06AB-4C0A-8613-974BA2DF1843}">
      <dgm:prSet/>
      <dgm:spPr/>
      <dgm:t>
        <a:bodyPr/>
        <a:lstStyle/>
        <a:p>
          <a:endParaRPr lang="en-US"/>
        </a:p>
      </dgm:t>
    </dgm:pt>
    <dgm:pt modelId="{905F0D9A-9789-4A73-ADAB-F7A6E06B854E}">
      <dgm:prSet/>
      <dgm:spPr/>
      <dgm:t>
        <a:bodyPr/>
        <a:lstStyle/>
        <a:p>
          <a:r>
            <a:rPr lang="en-US"/>
            <a:t>Example: int @a;</a:t>
          </a:r>
        </a:p>
      </dgm:t>
    </dgm:pt>
    <dgm:pt modelId="{7C8419B7-D908-4DC2-9102-F7BDCFD6BDF9}" type="parTrans" cxnId="{DBE4E298-8811-4E9F-93F2-BBE3D4125B0A}">
      <dgm:prSet/>
      <dgm:spPr/>
      <dgm:t>
        <a:bodyPr/>
        <a:lstStyle/>
        <a:p>
          <a:endParaRPr lang="en-US"/>
        </a:p>
      </dgm:t>
    </dgm:pt>
    <dgm:pt modelId="{176CB22F-01D7-4505-8A89-0E0D7408B401}" type="sibTrans" cxnId="{DBE4E298-8811-4E9F-93F2-BBE3D4125B0A}">
      <dgm:prSet/>
      <dgm:spPr/>
      <dgm:t>
        <a:bodyPr/>
        <a:lstStyle/>
        <a:p>
          <a:endParaRPr lang="en-US"/>
        </a:p>
      </dgm:t>
    </dgm:pt>
    <dgm:pt modelId="{4A182F81-BDD7-4EA9-8674-892C9C4A8CB3}">
      <dgm:prSet/>
      <dgm:spPr/>
      <dgm:t>
        <a:bodyPr/>
        <a:lstStyle/>
        <a:p>
          <a:r>
            <a:rPr lang="en-US" dirty="0"/>
            <a:t>1.Invalid symbols</a:t>
          </a:r>
        </a:p>
      </dgm:t>
    </dgm:pt>
    <dgm:pt modelId="{B336D372-A8CD-4742-B233-E7C3D170DADB}" type="parTrans" cxnId="{F888834C-4DD2-4D23-8096-51B931E89186}">
      <dgm:prSet/>
      <dgm:spPr/>
      <dgm:t>
        <a:bodyPr/>
        <a:lstStyle/>
        <a:p>
          <a:endParaRPr lang="en-US"/>
        </a:p>
      </dgm:t>
    </dgm:pt>
    <dgm:pt modelId="{4B3C4F71-5993-4566-B7E9-87A50AA8194F}" type="sibTrans" cxnId="{F888834C-4DD2-4D23-8096-51B931E89186}">
      <dgm:prSet/>
      <dgm:spPr/>
      <dgm:t>
        <a:bodyPr/>
        <a:lstStyle/>
        <a:p>
          <a:endParaRPr lang="en-US"/>
        </a:p>
      </dgm:t>
    </dgm:pt>
    <dgm:pt modelId="{6FF7DEB6-9985-45E3-84AA-A6A93B6AA94A}">
      <dgm:prSet/>
      <dgm:spPr/>
      <dgm:t>
        <a:bodyPr/>
        <a:lstStyle/>
        <a:p>
          <a:r>
            <a:rPr lang="en-US" dirty="0"/>
            <a:t>2.Incorrect number format</a:t>
          </a:r>
        </a:p>
      </dgm:t>
    </dgm:pt>
    <dgm:pt modelId="{2F165B68-DC5A-4140-85E2-DD27A4BD1933}" type="parTrans" cxnId="{3C0252B7-B860-4963-B2BB-737DD7ABFBE4}">
      <dgm:prSet/>
      <dgm:spPr/>
      <dgm:t>
        <a:bodyPr/>
        <a:lstStyle/>
        <a:p>
          <a:endParaRPr lang="en-US"/>
        </a:p>
      </dgm:t>
    </dgm:pt>
    <dgm:pt modelId="{DDB0EDC2-2A84-42A1-980D-EABC651BCD7C}" type="sibTrans" cxnId="{3C0252B7-B860-4963-B2BB-737DD7ABFBE4}">
      <dgm:prSet/>
      <dgm:spPr/>
      <dgm:t>
        <a:bodyPr/>
        <a:lstStyle/>
        <a:p>
          <a:endParaRPr lang="en-US"/>
        </a:p>
      </dgm:t>
    </dgm:pt>
    <dgm:pt modelId="{8C73C0FB-4B54-44AB-9555-37791974D749}">
      <dgm:prSet/>
      <dgm:spPr/>
      <dgm:t>
        <a:bodyPr/>
        <a:lstStyle/>
        <a:p>
          <a:r>
            <a:rPr lang="en-US" dirty="0"/>
            <a:t>3.Unterminated string</a:t>
          </a:r>
        </a:p>
      </dgm:t>
    </dgm:pt>
    <dgm:pt modelId="{F2B6CB23-5697-4D26-931E-5E8ED36B41B5}" type="parTrans" cxnId="{D5C62148-469C-46FC-AA9A-9A3A8FDD6BF4}">
      <dgm:prSet/>
      <dgm:spPr/>
      <dgm:t>
        <a:bodyPr/>
        <a:lstStyle/>
        <a:p>
          <a:endParaRPr lang="en-US"/>
        </a:p>
      </dgm:t>
    </dgm:pt>
    <dgm:pt modelId="{A140ACD2-4FC1-4775-A606-46F56332DE37}" type="sibTrans" cxnId="{D5C62148-469C-46FC-AA9A-9A3A8FDD6BF4}">
      <dgm:prSet/>
      <dgm:spPr/>
      <dgm:t>
        <a:bodyPr/>
        <a:lstStyle/>
        <a:p>
          <a:endParaRPr lang="en-US"/>
        </a:p>
      </dgm:t>
    </dgm:pt>
    <dgm:pt modelId="{3CC9D764-B49F-487F-887A-4B57A2BDEA33}" type="pres">
      <dgm:prSet presAssocID="{C85C9385-CB53-4BE9-BE42-D2D40C1C6417}" presName="linear" presStyleCnt="0">
        <dgm:presLayoutVars>
          <dgm:animLvl val="lvl"/>
          <dgm:resizeHandles val="exact"/>
        </dgm:presLayoutVars>
      </dgm:prSet>
      <dgm:spPr/>
    </dgm:pt>
    <dgm:pt modelId="{4D544138-51D3-45CE-BA51-BA0E9265FFDB}" type="pres">
      <dgm:prSet presAssocID="{5B2B2AE7-F2A6-407F-98DD-A508C949B60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E20D27C-E37A-43EF-B853-F15424813F98}" type="pres">
      <dgm:prSet presAssocID="{FA148D6C-CDD6-40E5-B212-A2FC9C6E8ACF}" presName="spacer" presStyleCnt="0"/>
      <dgm:spPr/>
    </dgm:pt>
    <dgm:pt modelId="{B6DCE795-E717-46BB-AC5A-410A03D505E9}" type="pres">
      <dgm:prSet presAssocID="{905F0D9A-9789-4A73-ADAB-F7A6E06B854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53B2C3A-8B66-49BE-9D95-9A7BB3169501}" type="pres">
      <dgm:prSet presAssocID="{176CB22F-01D7-4505-8A89-0E0D7408B401}" presName="spacer" presStyleCnt="0"/>
      <dgm:spPr/>
    </dgm:pt>
    <dgm:pt modelId="{49736B8B-559D-4F8F-9B7A-F9F0F55B6AB1}" type="pres">
      <dgm:prSet presAssocID="{4A182F81-BDD7-4EA9-8674-892C9C4A8CB3}" presName="parentText" presStyleLbl="node1" presStyleIdx="2" presStyleCnt="5" custLinFactNeighborX="-74">
        <dgm:presLayoutVars>
          <dgm:chMax val="0"/>
          <dgm:bulletEnabled val="1"/>
        </dgm:presLayoutVars>
      </dgm:prSet>
      <dgm:spPr/>
    </dgm:pt>
    <dgm:pt modelId="{A06646E6-CDAB-4E9A-9E98-638E5A2FFEB7}" type="pres">
      <dgm:prSet presAssocID="{4B3C4F71-5993-4566-B7E9-87A50AA8194F}" presName="spacer" presStyleCnt="0"/>
      <dgm:spPr/>
    </dgm:pt>
    <dgm:pt modelId="{2D680D15-C89D-42A0-89A1-1FDB923BF6F7}" type="pres">
      <dgm:prSet presAssocID="{6FF7DEB6-9985-45E3-84AA-A6A93B6AA94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931D60B-3FC9-4596-ACF9-F4C4AFE2177F}" type="pres">
      <dgm:prSet presAssocID="{DDB0EDC2-2A84-42A1-980D-EABC651BCD7C}" presName="spacer" presStyleCnt="0"/>
      <dgm:spPr/>
    </dgm:pt>
    <dgm:pt modelId="{92FE0997-99D6-46D8-9B2F-81AB3C6AD037}" type="pres">
      <dgm:prSet presAssocID="{8C73C0FB-4B54-44AB-9555-37791974D74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86CF31C-0452-4122-9E83-FC793050DEF7}" type="presOf" srcId="{905F0D9A-9789-4A73-ADAB-F7A6E06B854E}" destId="{B6DCE795-E717-46BB-AC5A-410A03D505E9}" srcOrd="0" destOrd="0" presId="urn:microsoft.com/office/officeart/2005/8/layout/vList2"/>
    <dgm:cxn modelId="{7761BB1D-06AB-4C0A-8613-974BA2DF1843}" srcId="{C85C9385-CB53-4BE9-BE42-D2D40C1C6417}" destId="{5B2B2AE7-F2A6-407F-98DD-A508C949B601}" srcOrd="0" destOrd="0" parTransId="{20D4F99E-7D98-4A80-A0C5-7B75F0C5BB2A}" sibTransId="{FA148D6C-CDD6-40E5-B212-A2FC9C6E8ACF}"/>
    <dgm:cxn modelId="{23583B2C-03FF-465D-AF35-9E47CEFA78E4}" type="presOf" srcId="{C85C9385-CB53-4BE9-BE42-D2D40C1C6417}" destId="{3CC9D764-B49F-487F-887A-4B57A2BDEA33}" srcOrd="0" destOrd="0" presId="urn:microsoft.com/office/officeart/2005/8/layout/vList2"/>
    <dgm:cxn modelId="{D5C62148-469C-46FC-AA9A-9A3A8FDD6BF4}" srcId="{C85C9385-CB53-4BE9-BE42-D2D40C1C6417}" destId="{8C73C0FB-4B54-44AB-9555-37791974D749}" srcOrd="4" destOrd="0" parTransId="{F2B6CB23-5697-4D26-931E-5E8ED36B41B5}" sibTransId="{A140ACD2-4FC1-4775-A606-46F56332DE37}"/>
    <dgm:cxn modelId="{F888834C-4DD2-4D23-8096-51B931E89186}" srcId="{C85C9385-CB53-4BE9-BE42-D2D40C1C6417}" destId="{4A182F81-BDD7-4EA9-8674-892C9C4A8CB3}" srcOrd="2" destOrd="0" parTransId="{B336D372-A8CD-4742-B233-E7C3D170DADB}" sibTransId="{4B3C4F71-5993-4566-B7E9-87A50AA8194F}"/>
    <dgm:cxn modelId="{229C796D-E0BA-4B3C-A707-AC0A17D8CFD9}" type="presOf" srcId="{5B2B2AE7-F2A6-407F-98DD-A508C949B601}" destId="{4D544138-51D3-45CE-BA51-BA0E9265FFDB}" srcOrd="0" destOrd="0" presId="urn:microsoft.com/office/officeart/2005/8/layout/vList2"/>
    <dgm:cxn modelId="{10FBC391-FE8E-47CB-AB5E-D553BCDA69A7}" type="presOf" srcId="{6FF7DEB6-9985-45E3-84AA-A6A93B6AA94A}" destId="{2D680D15-C89D-42A0-89A1-1FDB923BF6F7}" srcOrd="0" destOrd="0" presId="urn:microsoft.com/office/officeart/2005/8/layout/vList2"/>
    <dgm:cxn modelId="{DBE4E298-8811-4E9F-93F2-BBE3D4125B0A}" srcId="{C85C9385-CB53-4BE9-BE42-D2D40C1C6417}" destId="{905F0D9A-9789-4A73-ADAB-F7A6E06B854E}" srcOrd="1" destOrd="0" parTransId="{7C8419B7-D908-4DC2-9102-F7BDCFD6BDF9}" sibTransId="{176CB22F-01D7-4505-8A89-0E0D7408B401}"/>
    <dgm:cxn modelId="{3C0252B7-B860-4963-B2BB-737DD7ABFBE4}" srcId="{C85C9385-CB53-4BE9-BE42-D2D40C1C6417}" destId="{6FF7DEB6-9985-45E3-84AA-A6A93B6AA94A}" srcOrd="3" destOrd="0" parTransId="{2F165B68-DC5A-4140-85E2-DD27A4BD1933}" sibTransId="{DDB0EDC2-2A84-42A1-980D-EABC651BCD7C}"/>
    <dgm:cxn modelId="{554E7ED4-57A1-40CE-92AF-A9D6D5DD5770}" type="presOf" srcId="{8C73C0FB-4B54-44AB-9555-37791974D749}" destId="{92FE0997-99D6-46D8-9B2F-81AB3C6AD037}" srcOrd="0" destOrd="0" presId="urn:microsoft.com/office/officeart/2005/8/layout/vList2"/>
    <dgm:cxn modelId="{6F0E7FD4-E845-4402-9026-4AC50A3E1D38}" type="presOf" srcId="{4A182F81-BDD7-4EA9-8674-892C9C4A8CB3}" destId="{49736B8B-559D-4F8F-9B7A-F9F0F55B6AB1}" srcOrd="0" destOrd="0" presId="urn:microsoft.com/office/officeart/2005/8/layout/vList2"/>
    <dgm:cxn modelId="{FC468B07-4576-42A7-98D6-F88364803EDC}" type="presParOf" srcId="{3CC9D764-B49F-487F-887A-4B57A2BDEA33}" destId="{4D544138-51D3-45CE-BA51-BA0E9265FFDB}" srcOrd="0" destOrd="0" presId="urn:microsoft.com/office/officeart/2005/8/layout/vList2"/>
    <dgm:cxn modelId="{83F862FD-1353-4818-8B6F-CB4C656B2503}" type="presParOf" srcId="{3CC9D764-B49F-487F-887A-4B57A2BDEA33}" destId="{4E20D27C-E37A-43EF-B853-F15424813F98}" srcOrd="1" destOrd="0" presId="urn:microsoft.com/office/officeart/2005/8/layout/vList2"/>
    <dgm:cxn modelId="{E126E049-5754-45A4-8898-AB83762E8FC6}" type="presParOf" srcId="{3CC9D764-B49F-487F-887A-4B57A2BDEA33}" destId="{B6DCE795-E717-46BB-AC5A-410A03D505E9}" srcOrd="2" destOrd="0" presId="urn:microsoft.com/office/officeart/2005/8/layout/vList2"/>
    <dgm:cxn modelId="{5790FF0D-0220-4A45-A4D7-6674D7446A25}" type="presParOf" srcId="{3CC9D764-B49F-487F-887A-4B57A2BDEA33}" destId="{853B2C3A-8B66-49BE-9D95-9A7BB3169501}" srcOrd="3" destOrd="0" presId="urn:microsoft.com/office/officeart/2005/8/layout/vList2"/>
    <dgm:cxn modelId="{F9F14308-9BF3-4A5C-B540-6F39167718BB}" type="presParOf" srcId="{3CC9D764-B49F-487F-887A-4B57A2BDEA33}" destId="{49736B8B-559D-4F8F-9B7A-F9F0F55B6AB1}" srcOrd="4" destOrd="0" presId="urn:microsoft.com/office/officeart/2005/8/layout/vList2"/>
    <dgm:cxn modelId="{55B83588-5798-4A86-87A8-A3C53E3F695A}" type="presParOf" srcId="{3CC9D764-B49F-487F-887A-4B57A2BDEA33}" destId="{A06646E6-CDAB-4E9A-9E98-638E5A2FFEB7}" srcOrd="5" destOrd="0" presId="urn:microsoft.com/office/officeart/2005/8/layout/vList2"/>
    <dgm:cxn modelId="{23E928E4-91B4-45B4-9107-E286B09E90C4}" type="presParOf" srcId="{3CC9D764-B49F-487F-887A-4B57A2BDEA33}" destId="{2D680D15-C89D-42A0-89A1-1FDB923BF6F7}" srcOrd="6" destOrd="0" presId="urn:microsoft.com/office/officeart/2005/8/layout/vList2"/>
    <dgm:cxn modelId="{37A7419F-E9D1-4C72-A542-FB086466CDCB}" type="presParOf" srcId="{3CC9D764-B49F-487F-887A-4B57A2BDEA33}" destId="{F931D60B-3FC9-4596-ACF9-F4C4AFE2177F}" srcOrd="7" destOrd="0" presId="urn:microsoft.com/office/officeart/2005/8/layout/vList2"/>
    <dgm:cxn modelId="{BD36FFF3-9354-45D3-BF31-3298FF61465D}" type="presParOf" srcId="{3CC9D764-B49F-487F-887A-4B57A2BDEA33}" destId="{92FE0997-99D6-46D8-9B2F-81AB3C6AD03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E92896F-97CB-4D9D-B8F5-8BC2763D122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6B2C2F-973B-478F-ABF4-BE6D75C2BE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Lexical analyzers use Regular Expressions.</a:t>
          </a:r>
        </a:p>
      </dgm:t>
    </dgm:pt>
    <dgm:pt modelId="{CC171DA5-F719-48E4-8C52-942DF712C088}" type="parTrans" cxnId="{E6C0BB84-0333-40D7-8234-9C316CC4C6EE}">
      <dgm:prSet/>
      <dgm:spPr/>
      <dgm:t>
        <a:bodyPr/>
        <a:lstStyle/>
        <a:p>
          <a:endParaRPr lang="en-US"/>
        </a:p>
      </dgm:t>
    </dgm:pt>
    <dgm:pt modelId="{F156C5D9-E5A2-421E-8F7F-185EE313AA96}" type="sibTrans" cxnId="{E6C0BB84-0333-40D7-8234-9C316CC4C6EE}">
      <dgm:prSet/>
      <dgm:spPr/>
      <dgm:t>
        <a:bodyPr/>
        <a:lstStyle/>
        <a:p>
          <a:endParaRPr lang="en-US"/>
        </a:p>
      </dgm:t>
    </dgm:pt>
    <dgm:pt modelId="{1AA35288-5FB1-42FD-B331-6A6931B118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Finite Automata are used to recognize patterns.</a:t>
          </a:r>
        </a:p>
      </dgm:t>
    </dgm:pt>
    <dgm:pt modelId="{D413F108-D18B-40CC-A82B-E716FA6F4762}" type="parTrans" cxnId="{8C0CA058-079A-4B76-BCC7-C720C5C1CC72}">
      <dgm:prSet/>
      <dgm:spPr/>
      <dgm:t>
        <a:bodyPr/>
        <a:lstStyle/>
        <a:p>
          <a:endParaRPr lang="en-US"/>
        </a:p>
      </dgm:t>
    </dgm:pt>
    <dgm:pt modelId="{5E28B75D-B695-4EE9-8F77-7AADFC183BF5}" type="sibTrans" cxnId="{8C0CA058-079A-4B76-BCC7-C720C5C1CC72}">
      <dgm:prSet/>
      <dgm:spPr/>
      <dgm:t>
        <a:bodyPr/>
        <a:lstStyle/>
        <a:p>
          <a:endParaRPr lang="en-US"/>
        </a:p>
      </dgm:t>
    </dgm:pt>
    <dgm:pt modelId="{CA2C5F98-D1B7-46FE-9143-FEC8F01D2D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DFA and NFA help identify valid tokens.</a:t>
          </a:r>
        </a:p>
      </dgm:t>
    </dgm:pt>
    <dgm:pt modelId="{A348234A-FF78-45D7-ACAD-1FEFA7E3C556}" type="parTrans" cxnId="{84A63825-1544-4F1D-B2C8-DB01D5FD95A4}">
      <dgm:prSet/>
      <dgm:spPr/>
      <dgm:t>
        <a:bodyPr/>
        <a:lstStyle/>
        <a:p>
          <a:endParaRPr lang="en-US"/>
        </a:p>
      </dgm:t>
    </dgm:pt>
    <dgm:pt modelId="{D5741779-2330-45E7-8AAC-9EC865DD44B4}" type="sibTrans" cxnId="{84A63825-1544-4F1D-B2C8-DB01D5FD95A4}">
      <dgm:prSet/>
      <dgm:spPr/>
      <dgm:t>
        <a:bodyPr/>
        <a:lstStyle/>
        <a:p>
          <a:endParaRPr lang="en-US"/>
        </a:p>
      </dgm:t>
    </dgm:pt>
    <dgm:pt modelId="{1F3FBD6F-0BF4-4A3A-B3A2-F446D3BA65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Example: Identifier → Letter (Letter | Digit)*</a:t>
          </a:r>
        </a:p>
      </dgm:t>
    </dgm:pt>
    <dgm:pt modelId="{B55E7FD8-1839-45F8-B5D4-41A3A93D5AE5}" type="parTrans" cxnId="{49A8D233-2636-46FA-AB1F-39DDEFD18F71}">
      <dgm:prSet/>
      <dgm:spPr/>
      <dgm:t>
        <a:bodyPr/>
        <a:lstStyle/>
        <a:p>
          <a:endParaRPr lang="en-US"/>
        </a:p>
      </dgm:t>
    </dgm:pt>
    <dgm:pt modelId="{ACD27D9C-544E-4C34-9A43-859A7F67B692}" type="sibTrans" cxnId="{49A8D233-2636-46FA-AB1F-39DDEFD18F71}">
      <dgm:prSet/>
      <dgm:spPr/>
      <dgm:t>
        <a:bodyPr/>
        <a:lstStyle/>
        <a:p>
          <a:endParaRPr lang="en-US"/>
        </a:p>
      </dgm:t>
    </dgm:pt>
    <dgm:pt modelId="{3D0A0AF8-B315-4827-B09F-3B959EB663C5}" type="pres">
      <dgm:prSet presAssocID="{9E92896F-97CB-4D9D-B8F5-8BC2763D1226}" presName="root" presStyleCnt="0">
        <dgm:presLayoutVars>
          <dgm:dir/>
          <dgm:resizeHandles val="exact"/>
        </dgm:presLayoutVars>
      </dgm:prSet>
      <dgm:spPr/>
    </dgm:pt>
    <dgm:pt modelId="{071B7295-9CD7-4356-81DC-A5C43D63DE5C}" type="pres">
      <dgm:prSet presAssocID="{236B2C2F-973B-478F-ABF4-BE6D75C2BE56}" presName="compNode" presStyleCnt="0"/>
      <dgm:spPr/>
    </dgm:pt>
    <dgm:pt modelId="{CC6464BD-24E6-4D74-837E-B68D21B0A679}" type="pres">
      <dgm:prSet presAssocID="{236B2C2F-973B-478F-ABF4-BE6D75C2BE56}" presName="bgRect" presStyleLbl="bgShp" presStyleIdx="0" presStyleCnt="4"/>
      <dgm:spPr/>
    </dgm:pt>
    <dgm:pt modelId="{12249A11-0976-4709-9C95-96CD67292EA8}" type="pres">
      <dgm:prSet presAssocID="{236B2C2F-973B-478F-ABF4-BE6D75C2BE5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1663DEAF-DE2A-49E6-90FD-948B3FD049BE}" type="pres">
      <dgm:prSet presAssocID="{236B2C2F-973B-478F-ABF4-BE6D75C2BE56}" presName="spaceRect" presStyleCnt="0"/>
      <dgm:spPr/>
    </dgm:pt>
    <dgm:pt modelId="{F43E794D-E3FB-49C5-B762-012D05E7BD2D}" type="pres">
      <dgm:prSet presAssocID="{236B2C2F-973B-478F-ABF4-BE6D75C2BE56}" presName="parTx" presStyleLbl="revTx" presStyleIdx="0" presStyleCnt="4">
        <dgm:presLayoutVars>
          <dgm:chMax val="0"/>
          <dgm:chPref val="0"/>
        </dgm:presLayoutVars>
      </dgm:prSet>
      <dgm:spPr/>
    </dgm:pt>
    <dgm:pt modelId="{53142F14-FFD9-4FCD-8FC2-4A51E987159B}" type="pres">
      <dgm:prSet presAssocID="{F156C5D9-E5A2-421E-8F7F-185EE313AA96}" presName="sibTrans" presStyleCnt="0"/>
      <dgm:spPr/>
    </dgm:pt>
    <dgm:pt modelId="{8E169455-7080-4C78-8A16-06F86758D07E}" type="pres">
      <dgm:prSet presAssocID="{1AA35288-5FB1-42FD-B331-6A6931B118B8}" presName="compNode" presStyleCnt="0"/>
      <dgm:spPr/>
    </dgm:pt>
    <dgm:pt modelId="{94A89904-4267-4971-A13D-18D129A737C7}" type="pres">
      <dgm:prSet presAssocID="{1AA35288-5FB1-42FD-B331-6A6931B118B8}" presName="bgRect" presStyleLbl="bgShp" presStyleIdx="1" presStyleCnt="4"/>
      <dgm:spPr/>
    </dgm:pt>
    <dgm:pt modelId="{72AF84CC-5075-4364-8594-1064918791F8}" type="pres">
      <dgm:prSet presAssocID="{1AA35288-5FB1-42FD-B331-6A6931B118B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BD897EA8-3651-43BD-BEB7-EF0D916AB394}" type="pres">
      <dgm:prSet presAssocID="{1AA35288-5FB1-42FD-B331-6A6931B118B8}" presName="spaceRect" presStyleCnt="0"/>
      <dgm:spPr/>
    </dgm:pt>
    <dgm:pt modelId="{13BEE351-DE4B-4177-97F3-276E7A65A582}" type="pres">
      <dgm:prSet presAssocID="{1AA35288-5FB1-42FD-B331-6A6931B118B8}" presName="parTx" presStyleLbl="revTx" presStyleIdx="1" presStyleCnt="4">
        <dgm:presLayoutVars>
          <dgm:chMax val="0"/>
          <dgm:chPref val="0"/>
        </dgm:presLayoutVars>
      </dgm:prSet>
      <dgm:spPr/>
    </dgm:pt>
    <dgm:pt modelId="{0CE5A678-2750-4136-AAFB-E65DFE9314A9}" type="pres">
      <dgm:prSet presAssocID="{5E28B75D-B695-4EE9-8F77-7AADFC183BF5}" presName="sibTrans" presStyleCnt="0"/>
      <dgm:spPr/>
    </dgm:pt>
    <dgm:pt modelId="{346964B9-DB6E-475D-AE97-05A1918026E4}" type="pres">
      <dgm:prSet presAssocID="{CA2C5F98-D1B7-46FE-9143-FEC8F01D2D2F}" presName="compNode" presStyleCnt="0"/>
      <dgm:spPr/>
    </dgm:pt>
    <dgm:pt modelId="{1E054B9F-A28D-4CA5-A040-59E5088A5106}" type="pres">
      <dgm:prSet presAssocID="{CA2C5F98-D1B7-46FE-9143-FEC8F01D2D2F}" presName="bgRect" presStyleLbl="bgShp" presStyleIdx="2" presStyleCnt="4"/>
      <dgm:spPr/>
    </dgm:pt>
    <dgm:pt modelId="{02C8B518-3FA6-4A09-B438-A6EC94CC6D6C}" type="pres">
      <dgm:prSet presAssocID="{CA2C5F98-D1B7-46FE-9143-FEC8F01D2D2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FEB2EBA5-DF90-406F-B6BF-861D0B3ED154}" type="pres">
      <dgm:prSet presAssocID="{CA2C5F98-D1B7-46FE-9143-FEC8F01D2D2F}" presName="spaceRect" presStyleCnt="0"/>
      <dgm:spPr/>
    </dgm:pt>
    <dgm:pt modelId="{8845F180-1D97-4F27-AAA0-06B9F038B79B}" type="pres">
      <dgm:prSet presAssocID="{CA2C5F98-D1B7-46FE-9143-FEC8F01D2D2F}" presName="parTx" presStyleLbl="revTx" presStyleIdx="2" presStyleCnt="4">
        <dgm:presLayoutVars>
          <dgm:chMax val="0"/>
          <dgm:chPref val="0"/>
        </dgm:presLayoutVars>
      </dgm:prSet>
      <dgm:spPr/>
    </dgm:pt>
    <dgm:pt modelId="{D85E08D1-0AC7-4D77-BEB0-70D50B7985F0}" type="pres">
      <dgm:prSet presAssocID="{D5741779-2330-45E7-8AAC-9EC865DD44B4}" presName="sibTrans" presStyleCnt="0"/>
      <dgm:spPr/>
    </dgm:pt>
    <dgm:pt modelId="{006463EA-7F5D-4872-A527-6B45799E1BC1}" type="pres">
      <dgm:prSet presAssocID="{1F3FBD6F-0BF4-4A3A-B3A2-F446D3BA65EA}" presName="compNode" presStyleCnt="0"/>
      <dgm:spPr/>
    </dgm:pt>
    <dgm:pt modelId="{ECA717E2-E51D-4504-8F07-581255A27C31}" type="pres">
      <dgm:prSet presAssocID="{1F3FBD6F-0BF4-4A3A-B3A2-F446D3BA65EA}" presName="bgRect" presStyleLbl="bgShp" presStyleIdx="3" presStyleCnt="4"/>
      <dgm:spPr/>
    </dgm:pt>
    <dgm:pt modelId="{3330D36B-E867-4F0D-B98E-9A72705EE31B}" type="pres">
      <dgm:prSet presAssocID="{1F3FBD6F-0BF4-4A3A-B3A2-F446D3BA65E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29BC5E4-C50F-4A2E-9AFC-69F5FD5AC8DA}" type="pres">
      <dgm:prSet presAssocID="{1F3FBD6F-0BF4-4A3A-B3A2-F446D3BA65EA}" presName="spaceRect" presStyleCnt="0"/>
      <dgm:spPr/>
    </dgm:pt>
    <dgm:pt modelId="{2AADE1DF-4C39-4259-A59A-C742FBE270B2}" type="pres">
      <dgm:prSet presAssocID="{1F3FBD6F-0BF4-4A3A-B3A2-F446D3BA65E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3F59009-BA28-4936-8984-FE02B1AF6650}" type="presOf" srcId="{CA2C5F98-D1B7-46FE-9143-FEC8F01D2D2F}" destId="{8845F180-1D97-4F27-AAA0-06B9F038B79B}" srcOrd="0" destOrd="0" presId="urn:microsoft.com/office/officeart/2018/2/layout/IconVerticalSolidList"/>
    <dgm:cxn modelId="{AB58DC09-2E27-438B-B60E-6C636C7940A2}" type="presOf" srcId="{1F3FBD6F-0BF4-4A3A-B3A2-F446D3BA65EA}" destId="{2AADE1DF-4C39-4259-A59A-C742FBE270B2}" srcOrd="0" destOrd="0" presId="urn:microsoft.com/office/officeart/2018/2/layout/IconVerticalSolidList"/>
    <dgm:cxn modelId="{42B11F25-8A7E-47D6-8BA2-03C874FA8F83}" type="presOf" srcId="{9E92896F-97CB-4D9D-B8F5-8BC2763D1226}" destId="{3D0A0AF8-B315-4827-B09F-3B959EB663C5}" srcOrd="0" destOrd="0" presId="urn:microsoft.com/office/officeart/2018/2/layout/IconVerticalSolidList"/>
    <dgm:cxn modelId="{84A63825-1544-4F1D-B2C8-DB01D5FD95A4}" srcId="{9E92896F-97CB-4D9D-B8F5-8BC2763D1226}" destId="{CA2C5F98-D1B7-46FE-9143-FEC8F01D2D2F}" srcOrd="2" destOrd="0" parTransId="{A348234A-FF78-45D7-ACAD-1FEFA7E3C556}" sibTransId="{D5741779-2330-45E7-8AAC-9EC865DD44B4}"/>
    <dgm:cxn modelId="{49A8D233-2636-46FA-AB1F-39DDEFD18F71}" srcId="{9E92896F-97CB-4D9D-B8F5-8BC2763D1226}" destId="{1F3FBD6F-0BF4-4A3A-B3A2-F446D3BA65EA}" srcOrd="3" destOrd="0" parTransId="{B55E7FD8-1839-45F8-B5D4-41A3A93D5AE5}" sibTransId="{ACD27D9C-544E-4C34-9A43-859A7F67B692}"/>
    <dgm:cxn modelId="{C7C48040-5C40-4BEE-98F3-789BB7779A6B}" type="presOf" srcId="{1AA35288-5FB1-42FD-B331-6A6931B118B8}" destId="{13BEE351-DE4B-4177-97F3-276E7A65A582}" srcOrd="0" destOrd="0" presId="urn:microsoft.com/office/officeart/2018/2/layout/IconVerticalSolidList"/>
    <dgm:cxn modelId="{8C0CA058-079A-4B76-BCC7-C720C5C1CC72}" srcId="{9E92896F-97CB-4D9D-B8F5-8BC2763D1226}" destId="{1AA35288-5FB1-42FD-B331-6A6931B118B8}" srcOrd="1" destOrd="0" parTransId="{D413F108-D18B-40CC-A82B-E716FA6F4762}" sibTransId="{5E28B75D-B695-4EE9-8F77-7AADFC183BF5}"/>
    <dgm:cxn modelId="{E6C0BB84-0333-40D7-8234-9C316CC4C6EE}" srcId="{9E92896F-97CB-4D9D-B8F5-8BC2763D1226}" destId="{236B2C2F-973B-478F-ABF4-BE6D75C2BE56}" srcOrd="0" destOrd="0" parTransId="{CC171DA5-F719-48E4-8C52-942DF712C088}" sibTransId="{F156C5D9-E5A2-421E-8F7F-185EE313AA96}"/>
    <dgm:cxn modelId="{7019B8F7-C14A-483F-A8C9-C3FA86D5FE00}" type="presOf" srcId="{236B2C2F-973B-478F-ABF4-BE6D75C2BE56}" destId="{F43E794D-E3FB-49C5-B762-012D05E7BD2D}" srcOrd="0" destOrd="0" presId="urn:microsoft.com/office/officeart/2018/2/layout/IconVerticalSolidList"/>
    <dgm:cxn modelId="{8CAA953B-57BF-40E5-AAD7-6D6DDD935124}" type="presParOf" srcId="{3D0A0AF8-B315-4827-B09F-3B959EB663C5}" destId="{071B7295-9CD7-4356-81DC-A5C43D63DE5C}" srcOrd="0" destOrd="0" presId="urn:microsoft.com/office/officeart/2018/2/layout/IconVerticalSolidList"/>
    <dgm:cxn modelId="{E65135B7-73D3-4C67-8FD0-8472BC0E8CA8}" type="presParOf" srcId="{071B7295-9CD7-4356-81DC-A5C43D63DE5C}" destId="{CC6464BD-24E6-4D74-837E-B68D21B0A679}" srcOrd="0" destOrd="0" presId="urn:microsoft.com/office/officeart/2018/2/layout/IconVerticalSolidList"/>
    <dgm:cxn modelId="{B1039C92-846A-48AE-9601-225820D1A92E}" type="presParOf" srcId="{071B7295-9CD7-4356-81DC-A5C43D63DE5C}" destId="{12249A11-0976-4709-9C95-96CD67292EA8}" srcOrd="1" destOrd="0" presId="urn:microsoft.com/office/officeart/2018/2/layout/IconVerticalSolidList"/>
    <dgm:cxn modelId="{0C05B2E6-4EDE-417A-922E-91C5A6C8D953}" type="presParOf" srcId="{071B7295-9CD7-4356-81DC-A5C43D63DE5C}" destId="{1663DEAF-DE2A-49E6-90FD-948B3FD049BE}" srcOrd="2" destOrd="0" presId="urn:microsoft.com/office/officeart/2018/2/layout/IconVerticalSolidList"/>
    <dgm:cxn modelId="{0A025FBE-B0C7-468C-836F-D5504B207152}" type="presParOf" srcId="{071B7295-9CD7-4356-81DC-A5C43D63DE5C}" destId="{F43E794D-E3FB-49C5-B762-012D05E7BD2D}" srcOrd="3" destOrd="0" presId="urn:microsoft.com/office/officeart/2018/2/layout/IconVerticalSolidList"/>
    <dgm:cxn modelId="{DA0AA440-701E-4EDC-81E7-F4EF790A9E6D}" type="presParOf" srcId="{3D0A0AF8-B315-4827-B09F-3B959EB663C5}" destId="{53142F14-FFD9-4FCD-8FC2-4A51E987159B}" srcOrd="1" destOrd="0" presId="urn:microsoft.com/office/officeart/2018/2/layout/IconVerticalSolidList"/>
    <dgm:cxn modelId="{78FE6D0F-92CE-4864-B465-9F89D9BBE718}" type="presParOf" srcId="{3D0A0AF8-B315-4827-B09F-3B959EB663C5}" destId="{8E169455-7080-4C78-8A16-06F86758D07E}" srcOrd="2" destOrd="0" presId="urn:microsoft.com/office/officeart/2018/2/layout/IconVerticalSolidList"/>
    <dgm:cxn modelId="{7DC45581-8997-4EFF-98E6-66AFDE818CD1}" type="presParOf" srcId="{8E169455-7080-4C78-8A16-06F86758D07E}" destId="{94A89904-4267-4971-A13D-18D129A737C7}" srcOrd="0" destOrd="0" presId="urn:microsoft.com/office/officeart/2018/2/layout/IconVerticalSolidList"/>
    <dgm:cxn modelId="{B53737E9-B3B5-41D6-AACE-7AAF536F3E72}" type="presParOf" srcId="{8E169455-7080-4C78-8A16-06F86758D07E}" destId="{72AF84CC-5075-4364-8594-1064918791F8}" srcOrd="1" destOrd="0" presId="urn:microsoft.com/office/officeart/2018/2/layout/IconVerticalSolidList"/>
    <dgm:cxn modelId="{DE184ACC-6D66-4E2D-9946-CAB48696B48E}" type="presParOf" srcId="{8E169455-7080-4C78-8A16-06F86758D07E}" destId="{BD897EA8-3651-43BD-BEB7-EF0D916AB394}" srcOrd="2" destOrd="0" presId="urn:microsoft.com/office/officeart/2018/2/layout/IconVerticalSolidList"/>
    <dgm:cxn modelId="{AD33208A-767D-4887-A455-965D462BE9F6}" type="presParOf" srcId="{8E169455-7080-4C78-8A16-06F86758D07E}" destId="{13BEE351-DE4B-4177-97F3-276E7A65A582}" srcOrd="3" destOrd="0" presId="urn:microsoft.com/office/officeart/2018/2/layout/IconVerticalSolidList"/>
    <dgm:cxn modelId="{E0DB3BDF-0209-492E-80BB-B36E48FC371F}" type="presParOf" srcId="{3D0A0AF8-B315-4827-B09F-3B959EB663C5}" destId="{0CE5A678-2750-4136-AAFB-E65DFE9314A9}" srcOrd="3" destOrd="0" presId="urn:microsoft.com/office/officeart/2018/2/layout/IconVerticalSolidList"/>
    <dgm:cxn modelId="{4A74D394-CC92-4D0E-85AB-1C25D7BC9D0A}" type="presParOf" srcId="{3D0A0AF8-B315-4827-B09F-3B959EB663C5}" destId="{346964B9-DB6E-475D-AE97-05A1918026E4}" srcOrd="4" destOrd="0" presId="urn:microsoft.com/office/officeart/2018/2/layout/IconVerticalSolidList"/>
    <dgm:cxn modelId="{410552EB-29E0-44C1-B1B8-A142DF82A55D}" type="presParOf" srcId="{346964B9-DB6E-475D-AE97-05A1918026E4}" destId="{1E054B9F-A28D-4CA5-A040-59E5088A5106}" srcOrd="0" destOrd="0" presId="urn:microsoft.com/office/officeart/2018/2/layout/IconVerticalSolidList"/>
    <dgm:cxn modelId="{6818C8A6-34B9-4D80-9F34-452D76311E61}" type="presParOf" srcId="{346964B9-DB6E-475D-AE97-05A1918026E4}" destId="{02C8B518-3FA6-4A09-B438-A6EC94CC6D6C}" srcOrd="1" destOrd="0" presId="urn:microsoft.com/office/officeart/2018/2/layout/IconVerticalSolidList"/>
    <dgm:cxn modelId="{E47C3616-88C1-4D10-865A-FF02ECB7EED8}" type="presParOf" srcId="{346964B9-DB6E-475D-AE97-05A1918026E4}" destId="{FEB2EBA5-DF90-406F-B6BF-861D0B3ED154}" srcOrd="2" destOrd="0" presId="urn:microsoft.com/office/officeart/2018/2/layout/IconVerticalSolidList"/>
    <dgm:cxn modelId="{A88293FF-A129-47DB-A82C-7A708FEF0BCF}" type="presParOf" srcId="{346964B9-DB6E-475D-AE97-05A1918026E4}" destId="{8845F180-1D97-4F27-AAA0-06B9F038B79B}" srcOrd="3" destOrd="0" presId="urn:microsoft.com/office/officeart/2018/2/layout/IconVerticalSolidList"/>
    <dgm:cxn modelId="{9CAED46B-4E37-4449-9E9B-F841EF96FB67}" type="presParOf" srcId="{3D0A0AF8-B315-4827-B09F-3B959EB663C5}" destId="{D85E08D1-0AC7-4D77-BEB0-70D50B7985F0}" srcOrd="5" destOrd="0" presId="urn:microsoft.com/office/officeart/2018/2/layout/IconVerticalSolidList"/>
    <dgm:cxn modelId="{69601716-2C43-4568-94D2-0D4A4A0DED16}" type="presParOf" srcId="{3D0A0AF8-B315-4827-B09F-3B959EB663C5}" destId="{006463EA-7F5D-4872-A527-6B45799E1BC1}" srcOrd="6" destOrd="0" presId="urn:microsoft.com/office/officeart/2018/2/layout/IconVerticalSolidList"/>
    <dgm:cxn modelId="{6726221F-0E24-4C83-B04A-2460807C3D76}" type="presParOf" srcId="{006463EA-7F5D-4872-A527-6B45799E1BC1}" destId="{ECA717E2-E51D-4504-8F07-581255A27C31}" srcOrd="0" destOrd="0" presId="urn:microsoft.com/office/officeart/2018/2/layout/IconVerticalSolidList"/>
    <dgm:cxn modelId="{B63877C9-666E-4870-BAAC-1CD25B543B24}" type="presParOf" srcId="{006463EA-7F5D-4872-A527-6B45799E1BC1}" destId="{3330D36B-E867-4F0D-B98E-9A72705EE31B}" srcOrd="1" destOrd="0" presId="urn:microsoft.com/office/officeart/2018/2/layout/IconVerticalSolidList"/>
    <dgm:cxn modelId="{A5E11399-B565-46BF-A475-784A478A16BE}" type="presParOf" srcId="{006463EA-7F5D-4872-A527-6B45799E1BC1}" destId="{529BC5E4-C50F-4A2E-9AFC-69F5FD5AC8DA}" srcOrd="2" destOrd="0" presId="urn:microsoft.com/office/officeart/2018/2/layout/IconVerticalSolidList"/>
    <dgm:cxn modelId="{E4E6C0D3-26CC-4D9E-94F1-94796C93A998}" type="presParOf" srcId="{006463EA-7F5D-4872-A527-6B45799E1BC1}" destId="{2AADE1DF-4C39-4259-A59A-C742FBE270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886A6-F6BF-4D7A-963D-1EC9259A8306}">
      <dsp:nvSpPr>
        <dsp:cNvPr id="0" name=""/>
        <dsp:cNvSpPr/>
      </dsp:nvSpPr>
      <dsp:spPr>
        <a:xfrm>
          <a:off x="0" y="1973"/>
          <a:ext cx="10515600" cy="10001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B95323-3B03-4F21-B667-83EA7608C34F}">
      <dsp:nvSpPr>
        <dsp:cNvPr id="0" name=""/>
        <dsp:cNvSpPr/>
      </dsp:nvSpPr>
      <dsp:spPr>
        <a:xfrm>
          <a:off x="302559" y="227017"/>
          <a:ext cx="550108" cy="5501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3A473-230D-4FD4-885D-2440FC5D878F}">
      <dsp:nvSpPr>
        <dsp:cNvPr id="0" name=""/>
        <dsp:cNvSpPr/>
      </dsp:nvSpPr>
      <dsp:spPr>
        <a:xfrm>
          <a:off x="1155226" y="1973"/>
          <a:ext cx="9360373" cy="1000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854" tIns="105854" rIns="105854" bIns="1058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 compiler converts a high-level program into machine code.</a:t>
          </a:r>
        </a:p>
      </dsp:txBody>
      <dsp:txXfrm>
        <a:off x="1155226" y="1973"/>
        <a:ext cx="9360373" cy="1000196"/>
      </dsp:txXfrm>
    </dsp:sp>
    <dsp:sp modelId="{159DD900-25F9-4726-9DBB-99B3B8B74707}">
      <dsp:nvSpPr>
        <dsp:cNvPr id="0" name=""/>
        <dsp:cNvSpPr/>
      </dsp:nvSpPr>
      <dsp:spPr>
        <a:xfrm>
          <a:off x="0" y="1252219"/>
          <a:ext cx="10515600" cy="10001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428405-305C-447C-A35E-04D1675ABA3F}">
      <dsp:nvSpPr>
        <dsp:cNvPr id="0" name=""/>
        <dsp:cNvSpPr/>
      </dsp:nvSpPr>
      <dsp:spPr>
        <a:xfrm>
          <a:off x="302559" y="1477263"/>
          <a:ext cx="550108" cy="5501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70E89-FA7F-4686-855C-A644E0666E6C}">
      <dsp:nvSpPr>
        <dsp:cNvPr id="0" name=""/>
        <dsp:cNvSpPr/>
      </dsp:nvSpPr>
      <dsp:spPr>
        <a:xfrm>
          <a:off x="1155226" y="1252219"/>
          <a:ext cx="9360373" cy="1000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854" tIns="105854" rIns="105854" bIns="1058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Lexical analysis is the first phase of a compiler.</a:t>
          </a:r>
        </a:p>
      </dsp:txBody>
      <dsp:txXfrm>
        <a:off x="1155226" y="1252219"/>
        <a:ext cx="9360373" cy="1000196"/>
      </dsp:txXfrm>
    </dsp:sp>
    <dsp:sp modelId="{C2B8DD13-5009-459E-8B66-E1E53BD83A83}">
      <dsp:nvSpPr>
        <dsp:cNvPr id="0" name=""/>
        <dsp:cNvSpPr/>
      </dsp:nvSpPr>
      <dsp:spPr>
        <a:xfrm>
          <a:off x="0" y="2502464"/>
          <a:ext cx="10515600" cy="10001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143A9C-6DB9-4107-95EF-02736D2B9068}">
      <dsp:nvSpPr>
        <dsp:cNvPr id="0" name=""/>
        <dsp:cNvSpPr/>
      </dsp:nvSpPr>
      <dsp:spPr>
        <a:xfrm>
          <a:off x="302559" y="2727508"/>
          <a:ext cx="550108" cy="5501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8E118-9A54-4BF2-AD9D-58F29D4DDE46}">
      <dsp:nvSpPr>
        <dsp:cNvPr id="0" name=""/>
        <dsp:cNvSpPr/>
      </dsp:nvSpPr>
      <dsp:spPr>
        <a:xfrm>
          <a:off x="1155226" y="2502464"/>
          <a:ext cx="9360373" cy="1000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854" tIns="105854" rIns="105854" bIns="1058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Lexical Analyzer is also called a Lexer or Scanner.</a:t>
          </a:r>
        </a:p>
      </dsp:txBody>
      <dsp:txXfrm>
        <a:off x="1155226" y="2502464"/>
        <a:ext cx="9360373" cy="1000196"/>
      </dsp:txXfrm>
    </dsp:sp>
    <dsp:sp modelId="{3BE5542A-F3F6-42C1-9FDE-7B1BB9F7E1DD}">
      <dsp:nvSpPr>
        <dsp:cNvPr id="0" name=""/>
        <dsp:cNvSpPr/>
      </dsp:nvSpPr>
      <dsp:spPr>
        <a:xfrm>
          <a:off x="0" y="3752710"/>
          <a:ext cx="10515600" cy="10001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5F9143-E433-40A7-9C20-E862120D0F03}">
      <dsp:nvSpPr>
        <dsp:cNvPr id="0" name=""/>
        <dsp:cNvSpPr/>
      </dsp:nvSpPr>
      <dsp:spPr>
        <a:xfrm>
          <a:off x="302559" y="3977754"/>
          <a:ext cx="550108" cy="5501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BA095A-BD04-4D44-8FB8-C410CC12CCAD}">
      <dsp:nvSpPr>
        <dsp:cNvPr id="0" name=""/>
        <dsp:cNvSpPr/>
      </dsp:nvSpPr>
      <dsp:spPr>
        <a:xfrm>
          <a:off x="1155226" y="3752710"/>
          <a:ext cx="9360373" cy="1000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854" tIns="105854" rIns="105854" bIns="1058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converts source code into meaningful tokens.</a:t>
          </a:r>
        </a:p>
      </dsp:txBody>
      <dsp:txXfrm>
        <a:off x="1155226" y="3752710"/>
        <a:ext cx="9360373" cy="10001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98AB1-0668-4F0F-9880-FE9966C1B1D6}">
      <dsp:nvSpPr>
        <dsp:cNvPr id="0" name=""/>
        <dsp:cNvSpPr/>
      </dsp:nvSpPr>
      <dsp:spPr>
        <a:xfrm>
          <a:off x="212335" y="63736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C065D3-DEC5-4E0B-851B-76CEC6F193AD}">
      <dsp:nvSpPr>
        <dsp:cNvPr id="0" name=""/>
        <dsp:cNvSpPr/>
      </dsp:nvSpPr>
      <dsp:spPr>
        <a:xfrm>
          <a:off x="492877" y="91790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B5108B-B97E-4FA5-9FC8-59CB81E40399}">
      <dsp:nvSpPr>
        <dsp:cNvPr id="0" name=""/>
        <dsp:cNvSpPr/>
      </dsp:nvSpPr>
      <dsp:spPr>
        <a:xfrm>
          <a:off x="1834517" y="63736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Reads the source program character by character.</a:t>
          </a:r>
        </a:p>
      </dsp:txBody>
      <dsp:txXfrm>
        <a:off x="1834517" y="637360"/>
        <a:ext cx="3148942" cy="1335915"/>
      </dsp:txXfrm>
    </dsp:sp>
    <dsp:sp modelId="{EF66414A-39BE-4F6D-9A44-8615FCFBA121}">
      <dsp:nvSpPr>
        <dsp:cNvPr id="0" name=""/>
        <dsp:cNvSpPr/>
      </dsp:nvSpPr>
      <dsp:spPr>
        <a:xfrm>
          <a:off x="5532139" y="63736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D5412-81D1-4D6D-AC0A-CEE221DA0843}">
      <dsp:nvSpPr>
        <dsp:cNvPr id="0" name=""/>
        <dsp:cNvSpPr/>
      </dsp:nvSpPr>
      <dsp:spPr>
        <a:xfrm>
          <a:off x="5812681" y="91790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952882-B48F-4BCE-8AF6-8ABBC980A9A3}">
      <dsp:nvSpPr>
        <dsp:cNvPr id="0" name=""/>
        <dsp:cNvSpPr/>
      </dsp:nvSpPr>
      <dsp:spPr>
        <a:xfrm>
          <a:off x="7154322" y="63736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Groups characters into meaningful units called lexemes.</a:t>
          </a:r>
        </a:p>
      </dsp:txBody>
      <dsp:txXfrm>
        <a:off x="7154322" y="637360"/>
        <a:ext cx="3148942" cy="1335915"/>
      </dsp:txXfrm>
    </dsp:sp>
    <dsp:sp modelId="{6DF83246-BF59-4807-800D-019203C5D20D}">
      <dsp:nvSpPr>
        <dsp:cNvPr id="0" name=""/>
        <dsp:cNvSpPr/>
      </dsp:nvSpPr>
      <dsp:spPr>
        <a:xfrm>
          <a:off x="212335" y="278160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79AB93-F9BD-4CA5-AF7B-D75A9C09B371}">
      <dsp:nvSpPr>
        <dsp:cNvPr id="0" name=""/>
        <dsp:cNvSpPr/>
      </dsp:nvSpPr>
      <dsp:spPr>
        <a:xfrm>
          <a:off x="492877" y="3062146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86F4F2-0D3B-47BA-B05C-F943855C2E23}">
      <dsp:nvSpPr>
        <dsp:cNvPr id="0" name=""/>
        <dsp:cNvSpPr/>
      </dsp:nvSpPr>
      <dsp:spPr>
        <a:xfrm>
          <a:off x="1834517" y="27816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Converts lexemes into tokens.</a:t>
          </a:r>
        </a:p>
      </dsp:txBody>
      <dsp:txXfrm>
        <a:off x="1834517" y="2781604"/>
        <a:ext cx="3148942" cy="1335915"/>
      </dsp:txXfrm>
    </dsp:sp>
    <dsp:sp modelId="{B81AAC75-146E-48FA-9365-7E952CCD25FF}">
      <dsp:nvSpPr>
        <dsp:cNvPr id="0" name=""/>
        <dsp:cNvSpPr/>
      </dsp:nvSpPr>
      <dsp:spPr>
        <a:xfrm>
          <a:off x="5532139" y="278160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60BF06-C077-4CC1-AF69-171AB741FB5E}">
      <dsp:nvSpPr>
        <dsp:cNvPr id="0" name=""/>
        <dsp:cNvSpPr/>
      </dsp:nvSpPr>
      <dsp:spPr>
        <a:xfrm>
          <a:off x="5812681" y="3062146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6B6A4-22F7-4107-810E-5AC76A659B10}">
      <dsp:nvSpPr>
        <dsp:cNvPr id="0" name=""/>
        <dsp:cNvSpPr/>
      </dsp:nvSpPr>
      <dsp:spPr>
        <a:xfrm>
          <a:off x="7154322" y="27816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Passes the tokens to the Syntax Analyzer.</a:t>
          </a:r>
        </a:p>
      </dsp:txBody>
      <dsp:txXfrm>
        <a:off x="7154322" y="2781604"/>
        <a:ext cx="3148942" cy="13359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FD78D4-EEBC-4713-BE6D-9CAFEC521015}">
      <dsp:nvSpPr>
        <dsp:cNvPr id="0" name=""/>
        <dsp:cNvSpPr/>
      </dsp:nvSpPr>
      <dsp:spPr>
        <a:xfrm>
          <a:off x="0" y="3714"/>
          <a:ext cx="10515600" cy="7912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82A1BE-5391-457A-BDD8-3DF765057B38}">
      <dsp:nvSpPr>
        <dsp:cNvPr id="0" name=""/>
        <dsp:cNvSpPr/>
      </dsp:nvSpPr>
      <dsp:spPr>
        <a:xfrm>
          <a:off x="239350" y="181744"/>
          <a:ext cx="435182" cy="4351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EF2974-2F60-44C0-B7B9-CE41864B4215}">
      <dsp:nvSpPr>
        <dsp:cNvPr id="0" name=""/>
        <dsp:cNvSpPr/>
      </dsp:nvSpPr>
      <dsp:spPr>
        <a:xfrm>
          <a:off x="913884" y="3714"/>
          <a:ext cx="9601715" cy="791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40" tIns="83740" rIns="83740" bIns="8374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Reads the source code.</a:t>
          </a:r>
        </a:p>
      </dsp:txBody>
      <dsp:txXfrm>
        <a:off x="913884" y="3714"/>
        <a:ext cx="9601715" cy="791241"/>
      </dsp:txXfrm>
    </dsp:sp>
    <dsp:sp modelId="{CA477333-CEDE-4F54-A229-956C9A946EC6}">
      <dsp:nvSpPr>
        <dsp:cNvPr id="0" name=""/>
        <dsp:cNvSpPr/>
      </dsp:nvSpPr>
      <dsp:spPr>
        <a:xfrm>
          <a:off x="0" y="992766"/>
          <a:ext cx="10515600" cy="7912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81AE3A-F8F7-41E8-B017-8DB6F4DA7C69}">
      <dsp:nvSpPr>
        <dsp:cNvPr id="0" name=""/>
        <dsp:cNvSpPr/>
      </dsp:nvSpPr>
      <dsp:spPr>
        <a:xfrm>
          <a:off x="239350" y="1170796"/>
          <a:ext cx="435182" cy="4351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32D84-B51E-4E7D-9F3A-EDC493EB97C1}">
      <dsp:nvSpPr>
        <dsp:cNvPr id="0" name=""/>
        <dsp:cNvSpPr/>
      </dsp:nvSpPr>
      <dsp:spPr>
        <a:xfrm>
          <a:off x="913884" y="992766"/>
          <a:ext cx="9601715" cy="791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40" tIns="83740" rIns="83740" bIns="8374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Identifies lexemes and generates tokens.</a:t>
          </a:r>
        </a:p>
      </dsp:txBody>
      <dsp:txXfrm>
        <a:off x="913884" y="992766"/>
        <a:ext cx="9601715" cy="791241"/>
      </dsp:txXfrm>
    </dsp:sp>
    <dsp:sp modelId="{DFB3CD8B-D3FF-4675-9B04-315A2E7F9D5B}">
      <dsp:nvSpPr>
        <dsp:cNvPr id="0" name=""/>
        <dsp:cNvSpPr/>
      </dsp:nvSpPr>
      <dsp:spPr>
        <a:xfrm>
          <a:off x="0" y="1981819"/>
          <a:ext cx="10515600" cy="7912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1C89B4-19E5-4B69-8770-916AA8C136DF}">
      <dsp:nvSpPr>
        <dsp:cNvPr id="0" name=""/>
        <dsp:cNvSpPr/>
      </dsp:nvSpPr>
      <dsp:spPr>
        <a:xfrm>
          <a:off x="239350" y="2159848"/>
          <a:ext cx="435182" cy="4351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B75A8D-4A7C-45F4-B487-39BD367C4256}">
      <dsp:nvSpPr>
        <dsp:cNvPr id="0" name=""/>
        <dsp:cNvSpPr/>
      </dsp:nvSpPr>
      <dsp:spPr>
        <a:xfrm>
          <a:off x="913884" y="1981819"/>
          <a:ext cx="9601715" cy="791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40" tIns="83740" rIns="83740" bIns="8374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Removes white spaces and comments.</a:t>
          </a:r>
        </a:p>
      </dsp:txBody>
      <dsp:txXfrm>
        <a:off x="913884" y="1981819"/>
        <a:ext cx="9601715" cy="791241"/>
      </dsp:txXfrm>
    </dsp:sp>
    <dsp:sp modelId="{0AC161C2-01FF-4467-B104-59937CCF3093}">
      <dsp:nvSpPr>
        <dsp:cNvPr id="0" name=""/>
        <dsp:cNvSpPr/>
      </dsp:nvSpPr>
      <dsp:spPr>
        <a:xfrm>
          <a:off x="0" y="2970871"/>
          <a:ext cx="10515600" cy="7912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BA5627-4921-4B06-B56D-0A109E370D5C}">
      <dsp:nvSpPr>
        <dsp:cNvPr id="0" name=""/>
        <dsp:cNvSpPr/>
      </dsp:nvSpPr>
      <dsp:spPr>
        <a:xfrm>
          <a:off x="239350" y="3148900"/>
          <a:ext cx="435182" cy="4351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4F1420-8776-4091-BB10-7B4D4F081F5C}">
      <dsp:nvSpPr>
        <dsp:cNvPr id="0" name=""/>
        <dsp:cNvSpPr/>
      </dsp:nvSpPr>
      <dsp:spPr>
        <a:xfrm>
          <a:off x="913884" y="2970871"/>
          <a:ext cx="9601715" cy="791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40" tIns="83740" rIns="83740" bIns="8374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Detects lexical errors.</a:t>
          </a:r>
        </a:p>
      </dsp:txBody>
      <dsp:txXfrm>
        <a:off x="913884" y="2970871"/>
        <a:ext cx="9601715" cy="791241"/>
      </dsp:txXfrm>
    </dsp:sp>
    <dsp:sp modelId="{AE30C4BF-2314-457F-B143-4EA7000DB93A}">
      <dsp:nvSpPr>
        <dsp:cNvPr id="0" name=""/>
        <dsp:cNvSpPr/>
      </dsp:nvSpPr>
      <dsp:spPr>
        <a:xfrm>
          <a:off x="0" y="3959923"/>
          <a:ext cx="10515600" cy="7912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4D92F7-5172-401B-8C63-AFF362B384E6}">
      <dsp:nvSpPr>
        <dsp:cNvPr id="0" name=""/>
        <dsp:cNvSpPr/>
      </dsp:nvSpPr>
      <dsp:spPr>
        <a:xfrm>
          <a:off x="239350" y="4137952"/>
          <a:ext cx="435182" cy="4351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C00AB0-38AD-4BD6-B753-3916278B06DB}">
      <dsp:nvSpPr>
        <dsp:cNvPr id="0" name=""/>
        <dsp:cNvSpPr/>
      </dsp:nvSpPr>
      <dsp:spPr>
        <a:xfrm>
          <a:off x="913884" y="3959923"/>
          <a:ext cx="9601715" cy="791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40" tIns="83740" rIns="83740" bIns="8374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Updates the symbol table.</a:t>
          </a:r>
        </a:p>
      </dsp:txBody>
      <dsp:txXfrm>
        <a:off x="913884" y="3959923"/>
        <a:ext cx="9601715" cy="7912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544138-51D3-45CE-BA51-BA0E9265FFDB}">
      <dsp:nvSpPr>
        <dsp:cNvPr id="0" name=""/>
        <dsp:cNvSpPr/>
      </dsp:nvSpPr>
      <dsp:spPr>
        <a:xfrm>
          <a:off x="0" y="405765"/>
          <a:ext cx="10515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 lexical error occurs when an invalid character or word is found.</a:t>
          </a:r>
        </a:p>
      </dsp:txBody>
      <dsp:txXfrm>
        <a:off x="35125" y="440890"/>
        <a:ext cx="10445350" cy="649299"/>
      </dsp:txXfrm>
    </dsp:sp>
    <dsp:sp modelId="{B6DCE795-E717-46BB-AC5A-410A03D505E9}">
      <dsp:nvSpPr>
        <dsp:cNvPr id="0" name=""/>
        <dsp:cNvSpPr/>
      </dsp:nvSpPr>
      <dsp:spPr>
        <a:xfrm>
          <a:off x="0" y="1211715"/>
          <a:ext cx="10515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Example: int @a;</a:t>
          </a:r>
        </a:p>
      </dsp:txBody>
      <dsp:txXfrm>
        <a:off x="35125" y="1246840"/>
        <a:ext cx="10445350" cy="649299"/>
      </dsp:txXfrm>
    </dsp:sp>
    <dsp:sp modelId="{49736B8B-559D-4F8F-9B7A-F9F0F55B6AB1}">
      <dsp:nvSpPr>
        <dsp:cNvPr id="0" name=""/>
        <dsp:cNvSpPr/>
      </dsp:nvSpPr>
      <dsp:spPr>
        <a:xfrm>
          <a:off x="0" y="2017665"/>
          <a:ext cx="10515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1.Invalid symbols</a:t>
          </a:r>
        </a:p>
      </dsp:txBody>
      <dsp:txXfrm>
        <a:off x="35125" y="2052790"/>
        <a:ext cx="10445350" cy="649299"/>
      </dsp:txXfrm>
    </dsp:sp>
    <dsp:sp modelId="{2D680D15-C89D-42A0-89A1-1FDB923BF6F7}">
      <dsp:nvSpPr>
        <dsp:cNvPr id="0" name=""/>
        <dsp:cNvSpPr/>
      </dsp:nvSpPr>
      <dsp:spPr>
        <a:xfrm>
          <a:off x="0" y="2823615"/>
          <a:ext cx="10515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2.Incorrect number format</a:t>
          </a:r>
        </a:p>
      </dsp:txBody>
      <dsp:txXfrm>
        <a:off x="35125" y="2858740"/>
        <a:ext cx="10445350" cy="649299"/>
      </dsp:txXfrm>
    </dsp:sp>
    <dsp:sp modelId="{92FE0997-99D6-46D8-9B2F-81AB3C6AD037}">
      <dsp:nvSpPr>
        <dsp:cNvPr id="0" name=""/>
        <dsp:cNvSpPr/>
      </dsp:nvSpPr>
      <dsp:spPr>
        <a:xfrm>
          <a:off x="0" y="3629565"/>
          <a:ext cx="10515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3.Unterminated string</a:t>
          </a:r>
        </a:p>
      </dsp:txBody>
      <dsp:txXfrm>
        <a:off x="35125" y="3664690"/>
        <a:ext cx="10445350" cy="6492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6464BD-24E6-4D74-837E-B68D21B0A679}">
      <dsp:nvSpPr>
        <dsp:cNvPr id="0" name=""/>
        <dsp:cNvSpPr/>
      </dsp:nvSpPr>
      <dsp:spPr>
        <a:xfrm>
          <a:off x="0" y="1973"/>
          <a:ext cx="10515600" cy="10001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249A11-0976-4709-9C95-96CD67292EA8}">
      <dsp:nvSpPr>
        <dsp:cNvPr id="0" name=""/>
        <dsp:cNvSpPr/>
      </dsp:nvSpPr>
      <dsp:spPr>
        <a:xfrm>
          <a:off x="302559" y="227017"/>
          <a:ext cx="550108" cy="5501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E794D-E3FB-49C5-B762-012D05E7BD2D}">
      <dsp:nvSpPr>
        <dsp:cNvPr id="0" name=""/>
        <dsp:cNvSpPr/>
      </dsp:nvSpPr>
      <dsp:spPr>
        <a:xfrm>
          <a:off x="1155226" y="1973"/>
          <a:ext cx="9360373" cy="1000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854" tIns="105854" rIns="105854" bIns="1058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Lexical analyzers use Regular Expressions.</a:t>
          </a:r>
        </a:p>
      </dsp:txBody>
      <dsp:txXfrm>
        <a:off x="1155226" y="1973"/>
        <a:ext cx="9360373" cy="1000196"/>
      </dsp:txXfrm>
    </dsp:sp>
    <dsp:sp modelId="{94A89904-4267-4971-A13D-18D129A737C7}">
      <dsp:nvSpPr>
        <dsp:cNvPr id="0" name=""/>
        <dsp:cNvSpPr/>
      </dsp:nvSpPr>
      <dsp:spPr>
        <a:xfrm>
          <a:off x="0" y="1252219"/>
          <a:ext cx="10515600" cy="10001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AF84CC-5075-4364-8594-1064918791F8}">
      <dsp:nvSpPr>
        <dsp:cNvPr id="0" name=""/>
        <dsp:cNvSpPr/>
      </dsp:nvSpPr>
      <dsp:spPr>
        <a:xfrm>
          <a:off x="302559" y="1477263"/>
          <a:ext cx="550108" cy="5501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BEE351-DE4B-4177-97F3-276E7A65A582}">
      <dsp:nvSpPr>
        <dsp:cNvPr id="0" name=""/>
        <dsp:cNvSpPr/>
      </dsp:nvSpPr>
      <dsp:spPr>
        <a:xfrm>
          <a:off x="1155226" y="1252219"/>
          <a:ext cx="9360373" cy="1000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854" tIns="105854" rIns="105854" bIns="1058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Finite Automata are used to recognize patterns.</a:t>
          </a:r>
        </a:p>
      </dsp:txBody>
      <dsp:txXfrm>
        <a:off x="1155226" y="1252219"/>
        <a:ext cx="9360373" cy="1000196"/>
      </dsp:txXfrm>
    </dsp:sp>
    <dsp:sp modelId="{1E054B9F-A28D-4CA5-A040-59E5088A5106}">
      <dsp:nvSpPr>
        <dsp:cNvPr id="0" name=""/>
        <dsp:cNvSpPr/>
      </dsp:nvSpPr>
      <dsp:spPr>
        <a:xfrm>
          <a:off x="0" y="2502464"/>
          <a:ext cx="10515600" cy="10001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C8B518-3FA6-4A09-B438-A6EC94CC6D6C}">
      <dsp:nvSpPr>
        <dsp:cNvPr id="0" name=""/>
        <dsp:cNvSpPr/>
      </dsp:nvSpPr>
      <dsp:spPr>
        <a:xfrm>
          <a:off x="302559" y="2727508"/>
          <a:ext cx="550108" cy="5501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5F180-1D97-4F27-AAA0-06B9F038B79B}">
      <dsp:nvSpPr>
        <dsp:cNvPr id="0" name=""/>
        <dsp:cNvSpPr/>
      </dsp:nvSpPr>
      <dsp:spPr>
        <a:xfrm>
          <a:off x="1155226" y="2502464"/>
          <a:ext cx="9360373" cy="1000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854" tIns="105854" rIns="105854" bIns="1058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DFA and NFA help identify valid tokens.</a:t>
          </a:r>
        </a:p>
      </dsp:txBody>
      <dsp:txXfrm>
        <a:off x="1155226" y="2502464"/>
        <a:ext cx="9360373" cy="1000196"/>
      </dsp:txXfrm>
    </dsp:sp>
    <dsp:sp modelId="{ECA717E2-E51D-4504-8F07-581255A27C31}">
      <dsp:nvSpPr>
        <dsp:cNvPr id="0" name=""/>
        <dsp:cNvSpPr/>
      </dsp:nvSpPr>
      <dsp:spPr>
        <a:xfrm>
          <a:off x="0" y="3752710"/>
          <a:ext cx="10515600" cy="10001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30D36B-E867-4F0D-B98E-9A72705EE31B}">
      <dsp:nvSpPr>
        <dsp:cNvPr id="0" name=""/>
        <dsp:cNvSpPr/>
      </dsp:nvSpPr>
      <dsp:spPr>
        <a:xfrm>
          <a:off x="302559" y="3977754"/>
          <a:ext cx="550108" cy="5501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ADE1DF-4C39-4259-A59A-C742FBE270B2}">
      <dsp:nvSpPr>
        <dsp:cNvPr id="0" name=""/>
        <dsp:cNvSpPr/>
      </dsp:nvSpPr>
      <dsp:spPr>
        <a:xfrm>
          <a:off x="1155226" y="3752710"/>
          <a:ext cx="9360373" cy="1000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854" tIns="105854" rIns="105854" bIns="1058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Example: Identifier → Letter (Letter | Digit)*</a:t>
          </a:r>
        </a:p>
      </dsp:txBody>
      <dsp:txXfrm>
        <a:off x="1155226" y="3752710"/>
        <a:ext cx="9360373" cy="10001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8D0943-49CA-F87E-0942-0675060E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128" y="1381294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3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Role of Lexical Analyzer in Compiler </a:t>
            </a:r>
            <a:br>
              <a:rPr lang="en-US" sz="33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3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D8EE4A-435F-BCB3-808F-9707534F4D37}"/>
              </a:ext>
            </a:extLst>
          </p:cNvPr>
          <p:cNvSpPr txBox="1"/>
          <p:nvPr/>
        </p:nvSpPr>
        <p:spPr>
          <a:xfrm>
            <a:off x="4981244" y="5124848"/>
            <a:ext cx="2291063" cy="13157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PRESENTED BY: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K BHASHITHA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(192524224)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Processor">
            <a:extLst>
              <a:ext uri="{FF2B5EF4-FFF2-40B4-BE49-F238E27FC236}">
                <a16:creationId xmlns:a16="http://schemas.microsoft.com/office/drawing/2014/main" id="{F3925C8D-9792-FFCD-F6BE-D89110AFB9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561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8371E3DD-2E9E-29F5-35E5-88FA3F4930D8}"/>
              </a:ext>
            </a:extLst>
          </p:cNvPr>
          <p:cNvGraphicFramePr/>
          <p:nvPr/>
        </p:nvGraphicFramePr>
        <p:xfrm>
          <a:off x="822960" y="123444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What is a Lexical Analyzer?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0255CEAC-DED2-762F-287F-1C193DF45510}"/>
              </a:ext>
            </a:extLst>
          </p:cNvPr>
          <p:cNvGraphicFramePr/>
          <p:nvPr/>
        </p:nvGraphicFramePr>
        <p:xfrm>
          <a:off x="822960" y="123444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Position in Compiler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377440"/>
            <a:ext cx="2011680" cy="1143000"/>
          </a:xfrm>
          <a:prstGeom prst="roundRect">
            <a:avLst/>
          </a:prstGeom>
          <a:solidFill>
            <a:srgbClr val="F2F6FC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F3864"/>
                </a:solidFill>
              </a:defRPr>
            </a:pPr>
            <a:r>
              <a:rPr dirty="0"/>
              <a:t>Source</a:t>
            </a:r>
            <a:br>
              <a:rPr dirty="0"/>
            </a:br>
            <a:r>
              <a:rPr dirty="0"/>
              <a:t>Program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834639" y="2697480"/>
            <a:ext cx="731520" cy="50292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91840" y="2377440"/>
            <a:ext cx="2011680" cy="1143000"/>
          </a:xfrm>
          <a:prstGeom prst="roundRect">
            <a:avLst/>
          </a:prstGeom>
          <a:solidFill>
            <a:srgbClr val="4472C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Lexical</a:t>
            </a:r>
            <a:br>
              <a:rPr dirty="0"/>
            </a:br>
            <a:r>
              <a:rPr dirty="0"/>
              <a:t>Analyzer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394960" y="2697480"/>
            <a:ext cx="731520" cy="50292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52160" y="2377440"/>
            <a:ext cx="2011680" cy="1143000"/>
          </a:xfrm>
          <a:prstGeom prst="roundRect">
            <a:avLst/>
          </a:prstGeom>
          <a:solidFill>
            <a:srgbClr val="F2F6FC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F3864"/>
                </a:solidFill>
              </a:defRPr>
            </a:pPr>
            <a:endParaRPr lang="en-US" dirty="0"/>
          </a:p>
          <a:p>
            <a:pPr algn="ctr">
              <a:defRPr sz="2000" b="1">
                <a:solidFill>
                  <a:srgbClr val="1F3864"/>
                </a:solidFill>
              </a:defRPr>
            </a:pPr>
            <a:r>
              <a:rPr dirty="0"/>
              <a:t>Tokens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955279" y="2697480"/>
            <a:ext cx="731520" cy="50292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0" y="2377440"/>
            <a:ext cx="2011680" cy="1143000"/>
          </a:xfrm>
          <a:prstGeom prst="roundRect">
            <a:avLst/>
          </a:prstGeom>
          <a:solidFill>
            <a:srgbClr val="F2F6FC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F3864"/>
                </a:solidFill>
              </a:defRPr>
            </a:pPr>
            <a:r>
              <a:t>Syntax</a:t>
            </a:r>
            <a:br/>
            <a:r>
              <a:t>Analyzer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Example of Tokenization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int a = 10;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103120"/>
          <a:ext cx="6583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Lexeme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Token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28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28"/>
                          </a:solidFill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28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28"/>
                          </a:solidFill>
                        </a:defRPr>
                      </a:pPr>
                      <a:r>
                        <a:t>Identifier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28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28"/>
                          </a:solidFill>
                        </a:defRPr>
                      </a:pPr>
                      <a:r>
                        <a:t>Operator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28"/>
                          </a:solidFill>
                        </a:defRPr>
                      </a:pPr>
                      <a:r>
                        <a:t>Constant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28"/>
                          </a:solidFill>
                        </a:defRPr>
                      </a:pPr>
                      <a:r>
                        <a:t>;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28"/>
                          </a:solidFill>
                        </a:defRPr>
                      </a:pPr>
                      <a:r>
                        <a:t>Special Symbol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Main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299A8B2D-C139-C5C5-C649-252EA6BA985B}"/>
              </a:ext>
            </a:extLst>
          </p:cNvPr>
          <p:cNvGraphicFramePr/>
          <p:nvPr/>
        </p:nvGraphicFramePr>
        <p:xfrm>
          <a:off x="822960" y="123444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Lexical Errors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B449FD8B-C6A5-D017-F9DA-73692904C0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9923466"/>
              </p:ext>
            </p:extLst>
          </p:nvPr>
        </p:nvGraphicFramePr>
        <p:xfrm>
          <a:off x="822960" y="123444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Regular Expressions and Automata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FE1A68DE-EBBC-02D5-C955-D0338C6F1EC9}"/>
              </a:ext>
            </a:extLst>
          </p:cNvPr>
          <p:cNvGraphicFramePr/>
          <p:nvPr/>
        </p:nvGraphicFramePr>
        <p:xfrm>
          <a:off x="822960" y="123444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04672" y="579435"/>
            <a:ext cx="4977976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F3864"/>
                </a:solidFill>
              </a:defRPr>
            </a:pPr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1" y="1819897"/>
            <a:ext cx="4977578" cy="3639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</a:defRPr>
            </a:pPr>
            <a:r>
              <a:rPr lang="en-US" sz="2200" dirty="0"/>
              <a:t>Lexical Analyzer is the first phase of compilation.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</a:defRPr>
            </a:pPr>
            <a:r>
              <a:rPr lang="en-US" sz="2200" dirty="0"/>
              <a:t>It converts source code into tokens.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</a:defRPr>
            </a:pPr>
            <a:r>
              <a:rPr lang="en-US" sz="2200" dirty="0"/>
              <a:t>It removes unnecessary spaces and comments.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</a:defRPr>
            </a:pPr>
            <a:r>
              <a:rPr lang="en-US" sz="2200" dirty="0"/>
              <a:t>It detects lexical errors.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</a:defRPr>
            </a:pPr>
            <a:r>
              <a:rPr lang="en-US" sz="2200" dirty="0"/>
              <a:t>It passes tokens to the Syntax Analyzer.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Eraser">
            <a:extLst>
              <a:ext uri="{FF2B5EF4-FFF2-40B4-BE49-F238E27FC236}">
                <a16:creationId xmlns:a16="http://schemas.microsoft.com/office/drawing/2014/main" id="{FA466611-6DCF-488C-76FC-DCD7871E0A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8208" y="6647688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rPr lang="en-US" sz="1000"/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F61E80-6208-3BA0-C2C9-904FCE41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15A23EDC-9BE5-A981-E090-8FB6B2334A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43633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269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Role of Lexical Analyzer in Compiler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Bhashitha Kolluru</cp:lastModifiedBy>
  <cp:revision>2</cp:revision>
  <dcterms:created xsi:type="dcterms:W3CDTF">2013-01-27T09:14:16Z</dcterms:created>
  <dcterms:modified xsi:type="dcterms:W3CDTF">2026-07-28T04:02:42Z</dcterms:modified>
  <cp:category/>
</cp:coreProperties>
</file>